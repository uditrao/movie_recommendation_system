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AC9403-0FCB-4E9A-946C-6EB372F4E533}" v="54" dt="2026-04-23T16:18:45.1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6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dit Yadav" userId="20ca19d0247c62ba" providerId="LiveId" clId="{BA2C1FD0-9AD1-4791-9CD4-1B6B41562316}"/>
    <pc:docChg chg="undo redo custSel modSld">
      <pc:chgData name="Udit Yadav" userId="20ca19d0247c62ba" providerId="LiveId" clId="{BA2C1FD0-9AD1-4791-9CD4-1B6B41562316}" dt="2026-04-23T16:18:45.108" v="811" actId="1076"/>
      <pc:docMkLst>
        <pc:docMk/>
      </pc:docMkLst>
      <pc:sldChg chg="addSp delSp modSp mod">
        <pc:chgData name="Udit Yadav" userId="20ca19d0247c62ba" providerId="LiveId" clId="{BA2C1FD0-9AD1-4791-9CD4-1B6B41562316}" dt="2026-04-23T16:18:45.108" v="811" actId="1076"/>
        <pc:sldMkLst>
          <pc:docMk/>
          <pc:sldMk cId="0" sldId="256"/>
        </pc:sldMkLst>
        <pc:spChg chg="mod">
          <ac:chgData name="Udit Yadav" userId="20ca19d0247c62ba" providerId="LiveId" clId="{BA2C1FD0-9AD1-4791-9CD4-1B6B41562316}" dt="2026-04-23T16:12:50.306" v="545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Udit Yadav" userId="20ca19d0247c62ba" providerId="LiveId" clId="{BA2C1FD0-9AD1-4791-9CD4-1B6B41562316}" dt="2026-04-23T13:51:06.288" v="332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Udit Yadav" userId="20ca19d0247c62ba" providerId="LiveId" clId="{BA2C1FD0-9AD1-4791-9CD4-1B6B41562316}" dt="2026-04-23T13:50:35.861" v="330" actId="14100"/>
          <ac:spMkLst>
            <pc:docMk/>
            <pc:sldMk cId="0" sldId="256"/>
            <ac:spMk id="5" creationId="{00000000-0000-0000-0000-000000000000}"/>
          </ac:spMkLst>
        </pc:spChg>
        <pc:spChg chg="del">
          <ac:chgData name="Udit Yadav" userId="20ca19d0247c62ba" providerId="LiveId" clId="{BA2C1FD0-9AD1-4791-9CD4-1B6B41562316}" dt="2026-04-23T16:11:06.819" v="511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Udit Yadav" userId="20ca19d0247c62ba" providerId="LiveId" clId="{BA2C1FD0-9AD1-4791-9CD4-1B6B41562316}" dt="2026-04-23T16:11:55.197" v="530" actId="6549"/>
          <ac:spMkLst>
            <pc:docMk/>
            <pc:sldMk cId="0" sldId="256"/>
            <ac:spMk id="7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3:52.951" v="456" actId="255"/>
          <ac:spMkLst>
            <pc:docMk/>
            <pc:sldMk cId="0" sldId="256"/>
            <ac:spMk id="11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2:13.212" v="441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2:24.944" v="444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2:28.530" v="445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4:06.830" v="458" actId="255"/>
          <ac:spMkLst>
            <pc:docMk/>
            <pc:sldMk cId="0" sldId="256"/>
            <ac:spMk id="15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1:52.509" v="436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2:00.162" v="438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2:03.883" v="439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4:18.941" v="459" actId="255"/>
          <ac:spMkLst>
            <pc:docMk/>
            <pc:sldMk cId="0" sldId="256"/>
            <ac:spMk id="19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1:35.439" v="431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1:38.121" v="432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1:46.052" v="434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5:05.441" v="466" actId="14100"/>
          <ac:spMkLst>
            <pc:docMk/>
            <pc:sldMk cId="0" sldId="256"/>
            <ac:spMk id="23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2:48.418" v="446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2:55.732" v="448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3:01.914" v="449" actId="1076"/>
          <ac:spMkLst>
            <pc:docMk/>
            <pc:sldMk cId="0" sldId="256"/>
            <ac:spMk id="26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9:57.252" v="509" actId="14100"/>
          <ac:spMkLst>
            <pc:docMk/>
            <pc:sldMk cId="0" sldId="256"/>
            <ac:spMk id="27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0:18.846" v="419" actId="1076"/>
          <ac:spMkLst>
            <pc:docMk/>
            <pc:sldMk cId="0" sldId="256"/>
            <ac:spMk id="28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0:30.917" v="421" actId="1076"/>
          <ac:spMkLst>
            <pc:docMk/>
            <pc:sldMk cId="0" sldId="256"/>
            <ac:spMk id="29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0:37.470" v="422" actId="107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4:37.449" v="461" actId="255"/>
          <ac:spMkLst>
            <pc:docMk/>
            <pc:sldMk cId="0" sldId="256"/>
            <ac:spMk id="31" creationId="{00000000-0000-0000-0000-000000000000}"/>
          </ac:spMkLst>
        </pc:spChg>
        <pc:spChg chg="mod">
          <ac:chgData name="Udit Yadav" userId="20ca19d0247c62ba" providerId="LiveId" clId="{BA2C1FD0-9AD1-4791-9CD4-1B6B41562316}" dt="2026-04-23T13:36:13.105" v="149" actId="1076"/>
          <ac:spMkLst>
            <pc:docMk/>
            <pc:sldMk cId="0" sldId="256"/>
            <ac:spMk id="32" creationId="{00000000-0000-0000-0000-000000000000}"/>
          </ac:spMkLst>
        </pc:spChg>
        <pc:spChg chg="mod">
          <ac:chgData name="Udit Yadav" userId="20ca19d0247c62ba" providerId="LiveId" clId="{BA2C1FD0-9AD1-4791-9CD4-1B6B41562316}" dt="2026-04-23T13:36:37.805" v="154" actId="1076"/>
          <ac:spMkLst>
            <pc:docMk/>
            <pc:sldMk cId="0" sldId="256"/>
            <ac:spMk id="34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8:33.041" v="495" actId="404"/>
          <ac:spMkLst>
            <pc:docMk/>
            <pc:sldMk cId="0" sldId="256"/>
            <ac:spMk id="35" creationId="{00000000-0000-0000-0000-000000000000}"/>
          </ac:spMkLst>
        </pc:spChg>
        <pc:spChg chg="mod">
          <ac:chgData name="Udit Yadav" userId="20ca19d0247c62ba" providerId="LiveId" clId="{BA2C1FD0-9AD1-4791-9CD4-1B6B41562316}" dt="2026-04-23T13:36:24.020" v="151" actId="1076"/>
          <ac:spMkLst>
            <pc:docMk/>
            <pc:sldMk cId="0" sldId="256"/>
            <ac:spMk id="36" creationId="{00000000-0000-0000-0000-000000000000}"/>
          </ac:spMkLst>
        </pc:spChg>
        <pc:spChg chg="mod">
          <ac:chgData name="Udit Yadav" userId="20ca19d0247c62ba" providerId="LiveId" clId="{BA2C1FD0-9AD1-4791-9CD4-1B6B41562316}" dt="2026-04-23T13:36:07.216" v="147" actId="1076"/>
          <ac:spMkLst>
            <pc:docMk/>
            <pc:sldMk cId="0" sldId="256"/>
            <ac:spMk id="37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8:45.016" v="497" actId="20577"/>
          <ac:spMkLst>
            <pc:docMk/>
            <pc:sldMk cId="0" sldId="256"/>
            <ac:spMk id="38" creationId="{00000000-0000-0000-0000-000000000000}"/>
          </ac:spMkLst>
        </pc:spChg>
        <pc:spChg chg="mod">
          <ac:chgData name="Udit Yadav" userId="20ca19d0247c62ba" providerId="LiveId" clId="{BA2C1FD0-9AD1-4791-9CD4-1B6B41562316}" dt="2026-04-23T13:36:02.677" v="146" actId="1076"/>
          <ac:spMkLst>
            <pc:docMk/>
            <pc:sldMk cId="0" sldId="256"/>
            <ac:spMk id="39" creationId="{00000000-0000-0000-0000-000000000000}"/>
          </ac:spMkLst>
        </pc:spChg>
        <pc:spChg chg="mod">
          <ac:chgData name="Udit Yadav" userId="20ca19d0247c62ba" providerId="LiveId" clId="{BA2C1FD0-9AD1-4791-9CD4-1B6B41562316}" dt="2026-04-23T13:35:46.238" v="144" actId="1076"/>
          <ac:spMkLst>
            <pc:docMk/>
            <pc:sldMk cId="0" sldId="256"/>
            <ac:spMk id="40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8:33.041" v="495" actId="404"/>
          <ac:spMkLst>
            <pc:docMk/>
            <pc:sldMk cId="0" sldId="256"/>
            <ac:spMk id="41" creationId="{00000000-0000-0000-0000-000000000000}"/>
          </ac:spMkLst>
        </pc:spChg>
        <pc:spChg chg="mod">
          <ac:chgData name="Udit Yadav" userId="20ca19d0247c62ba" providerId="LiveId" clId="{BA2C1FD0-9AD1-4791-9CD4-1B6B41562316}" dt="2026-04-23T13:35:43.177" v="143" actId="1076"/>
          <ac:spMkLst>
            <pc:docMk/>
            <pc:sldMk cId="0" sldId="256"/>
            <ac:spMk id="42" creationId="{00000000-0000-0000-0000-000000000000}"/>
          </ac:spMkLst>
        </pc:spChg>
        <pc:spChg chg="del">
          <ac:chgData name="Udit Yadav" userId="20ca19d0247c62ba" providerId="LiveId" clId="{BA2C1FD0-9AD1-4791-9CD4-1B6B41562316}" dt="2026-04-23T13:29:11.522" v="0" actId="478"/>
          <ac:spMkLst>
            <pc:docMk/>
            <pc:sldMk cId="0" sldId="256"/>
            <ac:spMk id="43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8:33.041" v="495" actId="404"/>
          <ac:spMkLst>
            <pc:docMk/>
            <pc:sldMk cId="0" sldId="256"/>
            <ac:spMk id="44" creationId="{00000000-0000-0000-0000-000000000000}"/>
          </ac:spMkLst>
        </pc:spChg>
        <pc:spChg chg="mod">
          <ac:chgData name="Udit Yadav" userId="20ca19d0247c62ba" providerId="LiveId" clId="{BA2C1FD0-9AD1-4791-9CD4-1B6B41562316}" dt="2026-04-23T13:35:18.807" v="139" actId="1076"/>
          <ac:spMkLst>
            <pc:docMk/>
            <pc:sldMk cId="0" sldId="256"/>
            <ac:spMk id="45" creationId="{00000000-0000-0000-0000-000000000000}"/>
          </ac:spMkLst>
        </pc:spChg>
        <pc:spChg chg="mod">
          <ac:chgData name="Udit Yadav" userId="20ca19d0247c62ba" providerId="LiveId" clId="{BA2C1FD0-9AD1-4791-9CD4-1B6B41562316}" dt="2026-04-23T13:35:25.783" v="140" actId="1076"/>
          <ac:spMkLst>
            <pc:docMk/>
            <pc:sldMk cId="0" sldId="256"/>
            <ac:spMk id="46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8:33.041" v="495" actId="404"/>
          <ac:spMkLst>
            <pc:docMk/>
            <pc:sldMk cId="0" sldId="256"/>
            <ac:spMk id="47" creationId="{00000000-0000-0000-0000-000000000000}"/>
          </ac:spMkLst>
        </pc:spChg>
        <pc:spChg chg="mod">
          <ac:chgData name="Udit Yadav" userId="20ca19d0247c62ba" providerId="LiveId" clId="{BA2C1FD0-9AD1-4791-9CD4-1B6B41562316}" dt="2026-04-23T13:34:59.496" v="135" actId="1076"/>
          <ac:spMkLst>
            <pc:docMk/>
            <pc:sldMk cId="0" sldId="256"/>
            <ac:spMk id="48" creationId="{00000000-0000-0000-0000-000000000000}"/>
          </ac:spMkLst>
        </pc:spChg>
        <pc:spChg chg="mod">
          <ac:chgData name="Udit Yadav" userId="20ca19d0247c62ba" providerId="LiveId" clId="{BA2C1FD0-9AD1-4791-9CD4-1B6B41562316}" dt="2026-04-23T13:35:09.240" v="137" actId="1076"/>
          <ac:spMkLst>
            <pc:docMk/>
            <pc:sldMk cId="0" sldId="256"/>
            <ac:spMk id="49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8:33.041" v="495" actId="404"/>
          <ac:spMkLst>
            <pc:docMk/>
            <pc:sldMk cId="0" sldId="256"/>
            <ac:spMk id="50" creationId="{00000000-0000-0000-0000-000000000000}"/>
          </ac:spMkLst>
        </pc:spChg>
        <pc:spChg chg="del">
          <ac:chgData name="Udit Yadav" userId="20ca19d0247c62ba" providerId="LiveId" clId="{BA2C1FD0-9AD1-4791-9CD4-1B6B41562316}" dt="2026-04-23T13:30:04.932" v="8" actId="478"/>
          <ac:spMkLst>
            <pc:docMk/>
            <pc:sldMk cId="0" sldId="256"/>
            <ac:spMk id="51" creationId="{00000000-0000-0000-0000-000000000000}"/>
          </ac:spMkLst>
        </pc:spChg>
        <pc:spChg chg="mod">
          <ac:chgData name="Udit Yadav" userId="20ca19d0247c62ba" providerId="LiveId" clId="{BA2C1FD0-9AD1-4791-9CD4-1B6B41562316}" dt="2026-04-23T13:34:38.891" v="132" actId="1076"/>
          <ac:spMkLst>
            <pc:docMk/>
            <pc:sldMk cId="0" sldId="256"/>
            <ac:spMk id="52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8:33.041" v="495" actId="404"/>
          <ac:spMkLst>
            <pc:docMk/>
            <pc:sldMk cId="0" sldId="256"/>
            <ac:spMk id="53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7:54.762" v="492" actId="255"/>
          <ac:spMkLst>
            <pc:docMk/>
            <pc:sldMk cId="0" sldId="256"/>
            <ac:spMk id="55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7:38.142" v="488" actId="255"/>
          <ac:spMkLst>
            <pc:docMk/>
            <pc:sldMk cId="0" sldId="256"/>
            <ac:spMk id="59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7:08.038" v="483" actId="255"/>
          <ac:spMkLst>
            <pc:docMk/>
            <pc:sldMk cId="0" sldId="256"/>
            <ac:spMk id="62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7:33.089" v="487" actId="255"/>
          <ac:spMkLst>
            <pc:docMk/>
            <pc:sldMk cId="0" sldId="256"/>
            <ac:spMk id="64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7:12.802" v="484" actId="255"/>
          <ac:spMkLst>
            <pc:docMk/>
            <pc:sldMk cId="0" sldId="256"/>
            <ac:spMk id="67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7:42.357" v="489" actId="255"/>
          <ac:spMkLst>
            <pc:docMk/>
            <pc:sldMk cId="0" sldId="256"/>
            <ac:spMk id="69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7:17.294" v="485" actId="255"/>
          <ac:spMkLst>
            <pc:docMk/>
            <pc:sldMk cId="0" sldId="256"/>
            <ac:spMk id="72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7:46.414" v="490" actId="255"/>
          <ac:spMkLst>
            <pc:docMk/>
            <pc:sldMk cId="0" sldId="256"/>
            <ac:spMk id="74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7:22.051" v="486" actId="255"/>
          <ac:spMkLst>
            <pc:docMk/>
            <pc:sldMk cId="0" sldId="256"/>
            <ac:spMk id="77" creationId="{00000000-0000-0000-0000-000000000000}"/>
          </ac:spMkLst>
        </pc:spChg>
        <pc:spChg chg="del">
          <ac:chgData name="Udit Yadav" userId="20ca19d0247c62ba" providerId="LiveId" clId="{BA2C1FD0-9AD1-4791-9CD4-1B6B41562316}" dt="2026-04-23T13:46:48.338" v="314" actId="478"/>
          <ac:spMkLst>
            <pc:docMk/>
            <pc:sldMk cId="0" sldId="256"/>
            <ac:spMk id="78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5:45.636" v="471" actId="14100"/>
          <ac:spMkLst>
            <pc:docMk/>
            <pc:sldMk cId="0" sldId="256"/>
            <ac:spMk id="80" creationId="{00000000-0000-0000-0000-000000000000}"/>
          </ac:spMkLst>
        </pc:spChg>
        <pc:spChg chg="mod">
          <ac:chgData name="Udit Yadav" userId="20ca19d0247c62ba" providerId="LiveId" clId="{BA2C1FD0-9AD1-4791-9CD4-1B6B41562316}" dt="2026-04-23T13:48:28.104" v="322" actId="14100"/>
          <ac:spMkLst>
            <pc:docMk/>
            <pc:sldMk cId="0" sldId="256"/>
            <ac:spMk id="81" creationId="{00000000-0000-0000-0000-000000000000}"/>
          </ac:spMkLst>
        </pc:spChg>
        <pc:spChg chg="mod">
          <ac:chgData name="Udit Yadav" userId="20ca19d0247c62ba" providerId="LiveId" clId="{BA2C1FD0-9AD1-4791-9CD4-1B6B41562316}" dt="2026-04-23T13:48:42.117" v="323" actId="255"/>
          <ac:spMkLst>
            <pc:docMk/>
            <pc:sldMk cId="0" sldId="256"/>
            <ac:spMk id="82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6:27.825" v="477" actId="255"/>
          <ac:spMkLst>
            <pc:docMk/>
            <pc:sldMk cId="0" sldId="256"/>
            <ac:spMk id="83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6:22.828" v="476" actId="255"/>
          <ac:spMkLst>
            <pc:docMk/>
            <pc:sldMk cId="0" sldId="256"/>
            <ac:spMk id="84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6:17.062" v="475" actId="255"/>
          <ac:spMkLst>
            <pc:docMk/>
            <pc:sldMk cId="0" sldId="256"/>
            <ac:spMk id="85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6:11.140" v="474" actId="255"/>
          <ac:spMkLst>
            <pc:docMk/>
            <pc:sldMk cId="0" sldId="256"/>
            <ac:spMk id="86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6:06.190" v="473" actId="255"/>
          <ac:spMkLst>
            <pc:docMk/>
            <pc:sldMk cId="0" sldId="256"/>
            <ac:spMk id="87" creationId="{00000000-0000-0000-0000-000000000000}"/>
          </ac:spMkLst>
        </pc:spChg>
        <pc:spChg chg="mod">
          <ac:chgData name="Udit Yadav" userId="20ca19d0247c62ba" providerId="LiveId" clId="{BA2C1FD0-9AD1-4791-9CD4-1B6B41562316}" dt="2026-04-23T13:53:18.291" v="358" actId="14100"/>
          <ac:spMkLst>
            <pc:docMk/>
            <pc:sldMk cId="0" sldId="256"/>
            <ac:spMk id="92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3:08.433" v="451" actId="1076"/>
          <ac:spMkLst>
            <pc:docMk/>
            <pc:sldMk cId="0" sldId="256"/>
            <ac:spMk id="97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3:23.330" v="454" actId="1076"/>
          <ac:spMkLst>
            <pc:docMk/>
            <pc:sldMk cId="0" sldId="256"/>
            <ac:spMk id="98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9:46.185" v="507" actId="255"/>
          <ac:spMkLst>
            <pc:docMk/>
            <pc:sldMk cId="0" sldId="256"/>
            <ac:spMk id="99" creationId="{00000000-0000-0000-0000-000000000000}"/>
          </ac:spMkLst>
        </pc:spChg>
        <pc:spChg chg="mod">
          <ac:chgData name="Udit Yadav" userId="20ca19d0247c62ba" providerId="LiveId" clId="{BA2C1FD0-9AD1-4791-9CD4-1B6B41562316}" dt="2026-04-23T13:47:43.843" v="318" actId="14100"/>
          <ac:spMkLst>
            <pc:docMk/>
            <pc:sldMk cId="0" sldId="256"/>
            <ac:spMk id="101" creationId="{00000000-0000-0000-0000-000000000000}"/>
          </ac:spMkLst>
        </pc:spChg>
        <pc:spChg chg="mod">
          <ac:chgData name="Udit Yadav" userId="20ca19d0247c62ba" providerId="LiveId" clId="{BA2C1FD0-9AD1-4791-9CD4-1B6B41562316}" dt="2026-04-23T13:48:01.566" v="320" actId="14100"/>
          <ac:spMkLst>
            <pc:docMk/>
            <pc:sldMk cId="0" sldId="256"/>
            <ac:spMk id="102" creationId="{00000000-0000-0000-0000-000000000000}"/>
          </ac:spMkLst>
        </pc:spChg>
        <pc:spChg chg="mod">
          <ac:chgData name="Udit Yadav" userId="20ca19d0247c62ba" providerId="LiveId" clId="{BA2C1FD0-9AD1-4791-9CD4-1B6B41562316}" dt="2026-04-23T13:48:10.264" v="321" actId="1076"/>
          <ac:spMkLst>
            <pc:docMk/>
            <pc:sldMk cId="0" sldId="256"/>
            <ac:spMk id="103" creationId="{00000000-0000-0000-0000-000000000000}"/>
          </ac:spMkLst>
        </pc:spChg>
        <pc:spChg chg="mod">
          <ac:chgData name="Udit Yadav" userId="20ca19d0247c62ba" providerId="LiveId" clId="{BA2C1FD0-9AD1-4791-9CD4-1B6B41562316}" dt="2026-04-23T16:05:18.931" v="468" actId="255"/>
          <ac:spMkLst>
            <pc:docMk/>
            <pc:sldMk cId="0" sldId="256"/>
            <ac:spMk id="104" creationId="{00000000-0000-0000-0000-000000000000}"/>
          </ac:spMkLst>
        </pc:spChg>
        <pc:spChg chg="mod">
          <ac:chgData name="Udit Yadav" userId="20ca19d0247c62ba" providerId="LiveId" clId="{BA2C1FD0-9AD1-4791-9CD4-1B6B41562316}" dt="2026-04-23T13:45:49.922" v="304" actId="20577"/>
          <ac:spMkLst>
            <pc:docMk/>
            <pc:sldMk cId="0" sldId="256"/>
            <ac:spMk id="105" creationId="{00000000-0000-0000-0000-000000000000}"/>
          </ac:spMkLst>
        </pc:spChg>
        <pc:spChg chg="mod">
          <ac:chgData name="Udit Yadav" userId="20ca19d0247c62ba" providerId="LiveId" clId="{BA2C1FD0-9AD1-4791-9CD4-1B6B41562316}" dt="2026-04-23T13:45:15.485" v="296"/>
          <ac:spMkLst>
            <pc:docMk/>
            <pc:sldMk cId="0" sldId="256"/>
            <ac:spMk id="107" creationId="{00000000-0000-0000-0000-000000000000}"/>
          </ac:spMkLst>
        </pc:spChg>
        <pc:spChg chg="mod">
          <ac:chgData name="Udit Yadav" userId="20ca19d0247c62ba" providerId="LiveId" clId="{BA2C1FD0-9AD1-4791-9CD4-1B6B41562316}" dt="2026-04-23T16:10:03.036" v="510" actId="403"/>
          <ac:spMkLst>
            <pc:docMk/>
            <pc:sldMk cId="0" sldId="256"/>
            <ac:spMk id="108" creationId="{00000000-0000-0000-0000-000000000000}"/>
          </ac:spMkLst>
        </pc:spChg>
        <pc:spChg chg="add mod">
          <ac:chgData name="Udit Yadav" userId="20ca19d0247c62ba" providerId="LiveId" clId="{BA2C1FD0-9AD1-4791-9CD4-1B6B41562316}" dt="2026-04-23T16:18:36.089" v="808" actId="14100"/>
          <ac:spMkLst>
            <pc:docMk/>
            <pc:sldMk cId="0" sldId="256"/>
            <ac:spMk id="119" creationId="{AD59685A-1B87-0933-8AA3-1CFF9B16F5FC}"/>
          </ac:spMkLst>
        </pc:spChg>
        <pc:graphicFrameChg chg="del">
          <ac:chgData name="Udit Yadav" userId="20ca19d0247c62ba" providerId="LiveId" clId="{BA2C1FD0-9AD1-4791-9CD4-1B6B41562316}" dt="2026-04-23T13:46:46.514" v="313" actId="478"/>
          <ac:graphicFrameMkLst>
            <pc:docMk/>
            <pc:sldMk cId="0" sldId="256"/>
            <ac:graphicFrameMk id="79" creationId="{00000000-0000-0000-0000-000000000000}"/>
          </ac:graphicFrameMkLst>
        </pc:graphicFrameChg>
        <pc:graphicFrameChg chg="mod">
          <ac:chgData name="Udit Yadav" userId="20ca19d0247c62ba" providerId="LiveId" clId="{BA2C1FD0-9AD1-4791-9CD4-1B6B41562316}" dt="2026-04-23T13:41:03.183" v="289" actId="20577"/>
          <ac:graphicFrameMkLst>
            <pc:docMk/>
            <pc:sldMk cId="0" sldId="256"/>
            <ac:graphicFrameMk id="91" creationId="{00000000-0000-0000-0000-000000000000}"/>
          </ac:graphicFrameMkLst>
        </pc:graphicFrameChg>
        <pc:graphicFrameChg chg="modGraphic">
          <ac:chgData name="Udit Yadav" userId="20ca19d0247c62ba" providerId="LiveId" clId="{BA2C1FD0-9AD1-4791-9CD4-1B6B41562316}" dt="2026-04-23T16:09:32.891" v="506" actId="403"/>
          <ac:graphicFrameMkLst>
            <pc:docMk/>
            <pc:sldMk cId="0" sldId="256"/>
            <ac:graphicFrameMk id="94" creationId="{00000000-0000-0000-0000-000000000000}"/>
          </ac:graphicFrameMkLst>
        </pc:graphicFrameChg>
        <pc:graphicFrameChg chg="del">
          <ac:chgData name="Udit Yadav" userId="20ca19d0247c62ba" providerId="LiveId" clId="{BA2C1FD0-9AD1-4791-9CD4-1B6B41562316}" dt="2026-04-23T15:55:51.254" v="359" actId="478"/>
          <ac:graphicFrameMkLst>
            <pc:docMk/>
            <pc:sldMk cId="0" sldId="256"/>
            <ac:graphicFrameMk id="100" creationId="{00000000-0000-0000-0000-000000000000}"/>
          </ac:graphicFrameMkLst>
        </pc:graphicFrameChg>
        <pc:picChg chg="add mod modCrop">
          <ac:chgData name="Udit Yadav" userId="20ca19d0247c62ba" providerId="LiveId" clId="{BA2C1FD0-9AD1-4791-9CD4-1B6B41562316}" dt="2026-04-23T16:03:13.837" v="452" actId="1076"/>
          <ac:picMkLst>
            <pc:docMk/>
            <pc:sldMk cId="0" sldId="256"/>
            <ac:picMk id="112" creationId="{0B86F5CF-C719-885C-CAEA-70F336615798}"/>
          </ac:picMkLst>
        </pc:picChg>
        <pc:picChg chg="add del mod">
          <ac:chgData name="Udit Yadav" userId="20ca19d0247c62ba" providerId="LiveId" clId="{BA2C1FD0-9AD1-4791-9CD4-1B6B41562316}" dt="2026-04-23T16:11:57.250" v="538" actId="1076"/>
          <ac:picMkLst>
            <pc:docMk/>
            <pc:sldMk cId="0" sldId="256"/>
            <ac:picMk id="114" creationId="{04C9F973-9CBF-202F-3CE1-99A5C1BE6754}"/>
          </ac:picMkLst>
        </pc:picChg>
        <pc:picChg chg="add del">
          <ac:chgData name="Udit Yadav" userId="20ca19d0247c62ba" providerId="LiveId" clId="{BA2C1FD0-9AD1-4791-9CD4-1B6B41562316}" dt="2026-04-23T16:12:28.942" v="540" actId="478"/>
          <ac:picMkLst>
            <pc:docMk/>
            <pc:sldMk cId="0" sldId="256"/>
            <ac:picMk id="116" creationId="{51612C8D-9323-5030-D048-AAA38BAD47A7}"/>
          </ac:picMkLst>
        </pc:picChg>
        <pc:picChg chg="add del mod">
          <ac:chgData name="Udit Yadav" userId="20ca19d0247c62ba" providerId="LiveId" clId="{BA2C1FD0-9AD1-4791-9CD4-1B6B41562316}" dt="2026-04-23T16:17:15.894" v="799" actId="478"/>
          <ac:picMkLst>
            <pc:docMk/>
            <pc:sldMk cId="0" sldId="256"/>
            <ac:picMk id="118" creationId="{BF24D18A-1418-C34B-4BB1-BF59884A171F}"/>
          </ac:picMkLst>
        </pc:picChg>
        <pc:picChg chg="add mod">
          <ac:chgData name="Udit Yadav" userId="20ca19d0247c62ba" providerId="LiveId" clId="{BA2C1FD0-9AD1-4791-9CD4-1B6B41562316}" dt="2026-04-23T16:12:50.306" v="545" actId="1076"/>
          <ac:picMkLst>
            <pc:docMk/>
            <pc:sldMk cId="0" sldId="256"/>
            <ac:picMk id="1026" creationId="{24E6F7C8-46A1-284E-84DD-6FC5DE6595E5}"/>
          </ac:picMkLst>
        </pc:picChg>
        <pc:picChg chg="add del mod">
          <ac:chgData name="Udit Yadav" userId="20ca19d0247c62ba" providerId="LiveId" clId="{BA2C1FD0-9AD1-4791-9CD4-1B6B41562316}" dt="2026-04-23T16:13:05.741" v="550" actId="478"/>
          <ac:picMkLst>
            <pc:docMk/>
            <pc:sldMk cId="0" sldId="256"/>
            <ac:picMk id="1028" creationId="{EC898960-DA9E-C70D-2862-BEFFE565C8CD}"/>
          </ac:picMkLst>
        </pc:picChg>
        <pc:picChg chg="add del mod">
          <ac:chgData name="Udit Yadav" userId="20ca19d0247c62ba" providerId="LiveId" clId="{BA2C1FD0-9AD1-4791-9CD4-1B6B41562316}" dt="2026-04-23T16:14:01.687" v="557" actId="478"/>
          <ac:picMkLst>
            <pc:docMk/>
            <pc:sldMk cId="0" sldId="256"/>
            <ac:picMk id="1030" creationId="{A43F9CFD-B906-0743-3B74-63954BACA6EC}"/>
          </ac:picMkLst>
        </pc:picChg>
        <pc:picChg chg="add mod">
          <ac:chgData name="Udit Yadav" userId="20ca19d0247c62ba" providerId="LiveId" clId="{BA2C1FD0-9AD1-4791-9CD4-1B6B41562316}" dt="2026-04-23T16:18:45.108" v="811" actId="1076"/>
          <ac:picMkLst>
            <pc:docMk/>
            <pc:sldMk cId="0" sldId="256"/>
            <ac:picMk id="1032" creationId="{AF74BFD0-9ABB-2295-75FF-D5DC05DF8CDA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Cosine</c:v>
                </c:pt>
                <c:pt idx="1">
                  <c:v>KNN</c:v>
                </c:pt>
                <c:pt idx="2">
                  <c:v>Sigmoid</c:v>
                </c:pt>
                <c:pt idx="3">
                  <c:v>K-Means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70</c:v>
                </c:pt>
                <c:pt idx="2">
                  <c:v>70</c:v>
                </c:pt>
                <c:pt idx="3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C9-4959-B07F-E91DA3C16A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76.27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3C9-4959-B07F-E91DA3C16A6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Cosine</c:v>
                </c:pt>
                <c:pt idx="1">
                  <c:v>KNN</c:v>
                </c:pt>
                <c:pt idx="2">
                  <c:v>Sigmoid</c:v>
                </c:pt>
                <c:pt idx="3">
                  <c:v>K-Means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75</c:v>
                </c:pt>
                <c:pt idx="1">
                  <c:v>75</c:v>
                </c:pt>
                <c:pt idx="2">
                  <c:v>75</c:v>
                </c:pt>
                <c:pt idx="3">
                  <c:v>76.27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C9-4959-B07F-E91DA3C16A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65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302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615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23322" y="0"/>
            <a:ext cx="746075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 Using TF-IDF &amp; ML Models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713232"/>
            <a:ext cx="11713464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 Approach  |  </a:t>
            </a: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TMDB tmdb_metadata.csv  |  45,000+ Movies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7315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09728" y="987552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" y="987552"/>
            <a:ext cx="301752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987552"/>
            <a:ext cx="2871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1168" y="126187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overwhelmed by thousands of movie choices. A smart system must recommend similar movies based on what a user already likes.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9728" y="2094800"/>
            <a:ext cx="3017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Shape 11"/>
          <p:cNvSpPr/>
          <p:nvPr/>
        </p:nvSpPr>
        <p:spPr>
          <a:xfrm>
            <a:off x="109728" y="2041398"/>
            <a:ext cx="301752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2049780"/>
            <a:ext cx="2871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1168" y="2342419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platforms have 100K+ titles — discovery is broken.
</a:t>
            </a: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recs increase watch-time and user retention.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9728" y="3224815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Shape 15"/>
          <p:cNvSpPr/>
          <p:nvPr/>
        </p:nvSpPr>
        <p:spPr>
          <a:xfrm>
            <a:off x="109728" y="2998120"/>
            <a:ext cx="301752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762" y="2989388"/>
            <a:ext cx="2871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1168" y="337835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TMDB tmdb_metadata.csv
</a:t>
            </a: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Size: 45,466 movies
</a:t>
            </a: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Cleaning: ~45,447 movies
</a:t>
            </a: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title, overview, genres, tagline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9728" y="4437126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9728" y="4210812"/>
            <a:ext cx="301752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7050" y="4207795"/>
            <a:ext cx="2871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8496" y="4588002"/>
            <a:ext cx="296875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tags field creates a rich, informative feature space.
</a:t>
            </a: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Cosine, KNN &amp; Sigmoid give identical top-10 — same TF-IDF space.
</a:t>
            </a: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slightly outperforms with F1 = 76.27% via cluster diversity.</a:t>
            </a:r>
          </a:p>
        </p:txBody>
      </p:sp>
      <p:sp>
        <p:nvSpPr>
          <p:cNvPr id="24" name="Shape 22"/>
          <p:cNvSpPr/>
          <p:nvPr/>
        </p:nvSpPr>
        <p:spPr>
          <a:xfrm>
            <a:off x="8759952" y="4775454"/>
            <a:ext cx="327355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59952" y="4654296"/>
            <a:ext cx="3273552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51392" y="4633722"/>
            <a:ext cx="2871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59952" y="4940808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is the best model (F1=76.27%).
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Cluster-level grouping captures broader thematic similarity.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Multi-genre overlap evaluation gives a fairer quality picture.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9728" y="5779008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9728" y="5564124"/>
            <a:ext cx="301752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5538978"/>
            <a:ext cx="2871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01168" y="59161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= Term Freq × Inverse Doc Freq
</a:t>
            </a: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Matrix: 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45,447 × 50,000  |  </a:t>
            </a:r>
            <a:r>
              <a:rPr lang="en-US" sz="900" dirty="0" err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Ngrams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1-2
</a:t>
            </a: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Stored: </a:t>
            </a:r>
            <a:r>
              <a:rPr lang="en-US" sz="900" dirty="0" err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tfidf_matrix.pkl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00" dirty="0" err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tfidf.pkl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987552"/>
            <a:ext cx="5394960" cy="2377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987552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—  Implementation Pipeline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719068" y="1290828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26688" y="12801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
Data
</a:t>
            </a:r>
            <a:r>
              <a:rPr lang="en-US" sz="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357624" y="1540764"/>
            <a:ext cx="118872" cy="0"/>
          </a:xfrm>
          <a:prstGeom prst="line">
            <a:avLst/>
          </a:prstGeom>
          <a:noFill/>
          <a:ln w="12700">
            <a:solidFill>
              <a:srgbClr val="1B5E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76496" y="1280160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4116" y="12801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
</a:t>
            </a:r>
            <a:r>
              <a:rPr lang="en-US" sz="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Nulls/Dupes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098288" y="1527048"/>
            <a:ext cx="118872" cy="0"/>
          </a:xfrm>
          <a:prstGeom prst="line">
            <a:avLst/>
          </a:prstGeom>
          <a:noFill/>
          <a:ln w="12700">
            <a:solidFill>
              <a:srgbClr val="1B5E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21224" y="1280160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7160" y="12801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
Eng.
</a:t>
            </a:r>
            <a:r>
              <a:rPr lang="en-US" sz="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col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852160" y="1531620"/>
            <a:ext cx="118872" cy="0"/>
          </a:xfrm>
          <a:prstGeom prst="line">
            <a:avLst/>
          </a:prstGeom>
          <a:noFill/>
          <a:ln w="12700">
            <a:solidFill>
              <a:srgbClr val="1B5E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97880" y="1275588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592824" y="1540764"/>
            <a:ext cx="118872" cy="0"/>
          </a:xfrm>
          <a:prstGeom prst="line">
            <a:avLst/>
          </a:prstGeom>
          <a:noFill/>
          <a:ln w="12700">
            <a:solidFill>
              <a:srgbClr val="1B5E8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86272" y="1275588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71032" y="1261872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
Vectorize
</a:t>
            </a:r>
            <a:r>
              <a:rPr lang="en-US" sz="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feats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333488" y="1531620"/>
            <a:ext cx="118872" cy="0"/>
          </a:xfrm>
          <a:prstGeom prst="line">
            <a:avLst/>
          </a:prstGeom>
          <a:noFill/>
          <a:ln w="12700">
            <a:solidFill>
              <a:srgbClr val="1B5E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11696" y="1289304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11696" y="1284732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ML
Models
</a:t>
            </a:r>
            <a:r>
              <a:rPr lang="en-US" sz="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452360" y="1293876"/>
            <a:ext cx="6217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52360" y="1261872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
</a:t>
            </a:r>
            <a:r>
              <a:rPr lang="en-US" sz="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46120" y="1856232"/>
            <a:ext cx="5394960" cy="18288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1856232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4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TF-IDF sparse matrix shape: 45,447 × 50,000  —  foundation for ALL four models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46120" y="2093976"/>
            <a:ext cx="5394960" cy="2377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37560" y="2093976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46120" y="2377440"/>
            <a:ext cx="1920240" cy="3200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19272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166360" y="2537460"/>
            <a:ext cx="164592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30952" y="2377440"/>
            <a:ext cx="3218688" cy="320040"/>
          </a:xfrm>
          <a:prstGeom prst="rect">
            <a:avLst/>
          </a:prstGeom>
          <a:solidFill>
            <a:srgbClr val="E8EDF3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4960" y="23774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between TF-IDF vectors. Range 0→1. Fastest &amp; most interpretable.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46120" y="2761488"/>
            <a:ext cx="1920240" cy="3200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19272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166360" y="2921508"/>
            <a:ext cx="164592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30952" y="2761488"/>
            <a:ext cx="3218688" cy="320040"/>
          </a:xfrm>
          <a:prstGeom prst="rect">
            <a:avLst/>
          </a:prstGeom>
          <a:solidFill>
            <a:srgbClr val="E8EDF3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94960" y="27614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nearest neighbours using cosine distance.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246120" y="3145536"/>
            <a:ext cx="1920240" cy="3200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19272" y="31455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Kernel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166360" y="3305556"/>
            <a:ext cx="164592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330952" y="3145536"/>
            <a:ext cx="3218688" cy="320040"/>
          </a:xfrm>
          <a:prstGeom prst="rect">
            <a:avLst/>
          </a:prstGeom>
          <a:solidFill>
            <a:srgbClr val="E8EDF3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94960" y="3145536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similarity via tanh kernel. Captures subtle relationships.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246120" y="3529584"/>
            <a:ext cx="1920240" cy="3200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19272" y="35295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166360" y="3689604"/>
            <a:ext cx="164592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330952" y="3529584"/>
            <a:ext cx="3218688" cy="320040"/>
          </a:xfrm>
          <a:prstGeom prst="rect">
            <a:avLst/>
          </a:prstGeom>
          <a:solidFill>
            <a:srgbClr val="E8EDF3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94960" y="352958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45k movies into 20 clusters. Recommends within same cluster.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5843016" y="3944873"/>
            <a:ext cx="2788920" cy="1518667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1" name="Shape 78"/>
          <p:cNvSpPr/>
          <p:nvPr/>
        </p:nvSpPr>
        <p:spPr>
          <a:xfrm>
            <a:off x="5852160" y="3950207"/>
            <a:ext cx="2788920" cy="220483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897880" y="395020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— Avatar (Top 5)</a:t>
            </a:r>
            <a:endParaRPr lang="en-US" sz="950" dirty="0"/>
          </a:p>
        </p:txBody>
      </p:sp>
      <p:sp>
        <p:nvSpPr>
          <p:cNvPr id="83" name="Text 80"/>
          <p:cNvSpPr/>
          <p:nvPr/>
        </p:nvSpPr>
        <p:spPr>
          <a:xfrm>
            <a:off x="5943600" y="419709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Avatar 2</a:t>
            </a:r>
            <a:endParaRPr lang="en-US" sz="950" dirty="0"/>
          </a:p>
        </p:txBody>
      </p:sp>
      <p:sp>
        <p:nvSpPr>
          <p:cNvPr id="84" name="Text 81"/>
          <p:cNvSpPr/>
          <p:nvPr/>
        </p:nvSpPr>
        <p:spPr>
          <a:xfrm>
            <a:off x="5943600" y="444398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Inhabited Island</a:t>
            </a:r>
            <a:endParaRPr lang="en-US" sz="950" dirty="0"/>
          </a:p>
        </p:txBody>
      </p:sp>
      <p:sp>
        <p:nvSpPr>
          <p:cNvPr id="85" name="Text 82"/>
          <p:cNvSpPr/>
          <p:nvPr/>
        </p:nvSpPr>
        <p:spPr>
          <a:xfrm>
            <a:off x="5943600" y="469087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Thor: Ragnarok</a:t>
            </a:r>
            <a:endParaRPr lang="en-US" sz="950" dirty="0"/>
          </a:p>
        </p:txBody>
      </p:sp>
      <p:sp>
        <p:nvSpPr>
          <p:cNvPr id="86" name="Text 83"/>
          <p:cNvSpPr/>
          <p:nvPr/>
        </p:nvSpPr>
        <p:spPr>
          <a:xfrm>
            <a:off x="5943600" y="493776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Moontrap: Target Earth</a:t>
            </a:r>
            <a:endParaRPr lang="en-US" sz="950" dirty="0"/>
          </a:p>
        </p:txBody>
      </p:sp>
      <p:sp>
        <p:nvSpPr>
          <p:cNvPr id="87" name="Text 84"/>
          <p:cNvSpPr/>
          <p:nvPr/>
        </p:nvSpPr>
        <p:spPr>
          <a:xfrm>
            <a:off x="5943600" y="518464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The Three Musketeers</a:t>
            </a:r>
            <a:endParaRPr lang="en-US" sz="950" dirty="0"/>
          </a:p>
        </p:txBody>
      </p:sp>
      <p:sp>
        <p:nvSpPr>
          <p:cNvPr id="88" name="Shape 85"/>
          <p:cNvSpPr/>
          <p:nvPr/>
        </p:nvSpPr>
        <p:spPr>
          <a:xfrm>
            <a:off x="3246120" y="5559552"/>
            <a:ext cx="5394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9" name="Shape 86"/>
          <p:cNvSpPr/>
          <p:nvPr/>
        </p:nvSpPr>
        <p:spPr>
          <a:xfrm>
            <a:off x="3246120" y="5559552"/>
            <a:ext cx="5394960" cy="2011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3291840" y="555955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F1-Score &amp; Accuracy</a:t>
            </a:r>
            <a:endParaRPr lang="en-US" sz="850" dirty="0"/>
          </a:p>
        </p:txBody>
      </p:sp>
      <p:graphicFrame>
        <p:nvGraphicFramePr>
          <p:cNvPr id="91" name="Chart 1"/>
          <p:cNvGraphicFramePr/>
          <p:nvPr>
            <p:extLst>
              <p:ext uri="{D42A27DB-BD31-4B8C-83A1-F6EECF244321}">
                <p14:modId xmlns:p14="http://schemas.microsoft.com/office/powerpoint/2010/main" val="2337846628"/>
              </p:ext>
            </p:extLst>
          </p:nvPr>
        </p:nvGraphicFramePr>
        <p:xfrm>
          <a:off x="3291840" y="5760720"/>
          <a:ext cx="5303520" cy="713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2" name="Shape 88"/>
          <p:cNvSpPr/>
          <p:nvPr/>
        </p:nvSpPr>
        <p:spPr>
          <a:xfrm>
            <a:off x="8759952" y="987552"/>
            <a:ext cx="3182112" cy="2377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8833104" y="987552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000" dirty="0"/>
          </a:p>
        </p:txBody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227434"/>
              </p:ext>
            </p:extLst>
          </p:nvPr>
        </p:nvGraphicFramePr>
        <p:xfrm>
          <a:off x="8805672" y="1261872"/>
          <a:ext cx="3090672" cy="10668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★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" name="Shape 90"/>
          <p:cNvSpPr/>
          <p:nvPr/>
        </p:nvSpPr>
        <p:spPr>
          <a:xfrm>
            <a:off x="8759952" y="2359152"/>
            <a:ext cx="3273552" cy="201168"/>
          </a:xfrm>
          <a:prstGeom prst="rect">
            <a:avLst/>
          </a:prstGeom>
          <a:solidFill>
            <a:srgbClr val="FFF3C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6" name="Text 91"/>
          <p:cNvSpPr/>
          <p:nvPr/>
        </p:nvSpPr>
        <p:spPr>
          <a:xfrm>
            <a:off x="8833104" y="2359152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Best Model: K-Means Clustering  (F1 = 76.27%)</a:t>
            </a:r>
            <a:endParaRPr lang="en-US" sz="750" dirty="0"/>
          </a:p>
        </p:txBody>
      </p:sp>
      <p:sp>
        <p:nvSpPr>
          <p:cNvPr id="97" name="Shape 92"/>
          <p:cNvSpPr/>
          <p:nvPr/>
        </p:nvSpPr>
        <p:spPr>
          <a:xfrm>
            <a:off x="8752332" y="2862072"/>
            <a:ext cx="327355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8" name="Shape 93"/>
          <p:cNvSpPr/>
          <p:nvPr/>
        </p:nvSpPr>
        <p:spPr>
          <a:xfrm>
            <a:off x="8752332" y="2805684"/>
            <a:ext cx="3273552" cy="20116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99" name="Text 94"/>
          <p:cNvSpPr/>
          <p:nvPr/>
        </p:nvSpPr>
        <p:spPr>
          <a:xfrm>
            <a:off x="8796528" y="2796952"/>
            <a:ext cx="3182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Galaxy Plot</a:t>
            </a:r>
            <a:endParaRPr lang="en-US" sz="950" dirty="0"/>
          </a:p>
        </p:txBody>
      </p:sp>
      <p:sp>
        <p:nvSpPr>
          <p:cNvPr id="101" name="Shape 95"/>
          <p:cNvSpPr/>
          <p:nvPr/>
        </p:nvSpPr>
        <p:spPr>
          <a:xfrm>
            <a:off x="3246120" y="4073652"/>
            <a:ext cx="25146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2" name="Shape 96"/>
          <p:cNvSpPr/>
          <p:nvPr/>
        </p:nvSpPr>
        <p:spPr>
          <a:xfrm>
            <a:off x="3249676" y="3931920"/>
            <a:ext cx="2511044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3" name="Text 97"/>
          <p:cNvSpPr/>
          <p:nvPr/>
        </p:nvSpPr>
        <p:spPr>
          <a:xfrm>
            <a:off x="3291840" y="3932947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  <a:endParaRPr lang="en-US" sz="950" dirty="0"/>
          </a:p>
        </p:txBody>
      </p:sp>
      <p:sp>
        <p:nvSpPr>
          <p:cNvPr id="104" name="Text 98"/>
          <p:cNvSpPr/>
          <p:nvPr/>
        </p:nvSpPr>
        <p:spPr>
          <a:xfrm>
            <a:off x="3249676" y="4247388"/>
            <a:ext cx="260248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Movies:
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| The Dark Knight | Toy Story | Titanic | Inception
</a:t>
            </a: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(y_true):
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Overlap —&gt; y_true=1 (Relevant)
No Overlap -&gt; </a:t>
            </a:r>
            <a:r>
              <a:rPr lang="en-US" sz="900" dirty="0" err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y_true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 (Not Relevant)
Per movie: top-10 recommended + 10 random non-recommended evaluated as a set of 20.</a:t>
            </a:r>
            <a:endParaRPr lang="en-US" sz="900" dirty="0"/>
          </a:p>
        </p:txBody>
      </p:sp>
      <p:sp>
        <p:nvSpPr>
          <p:cNvPr id="105" name="Shape 99"/>
          <p:cNvSpPr/>
          <p:nvPr/>
        </p:nvSpPr>
        <p:spPr>
          <a:xfrm>
            <a:off x="8759952" y="5733288"/>
            <a:ext cx="327355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6" name="Shape 100"/>
          <p:cNvSpPr/>
          <p:nvPr/>
        </p:nvSpPr>
        <p:spPr>
          <a:xfrm>
            <a:off x="8759952" y="5733288"/>
            <a:ext cx="3273552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7" name="Text 101"/>
          <p:cNvSpPr/>
          <p:nvPr/>
        </p:nvSpPr>
        <p:spPr>
          <a:xfrm>
            <a:off x="8833104" y="5733288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50" dirty="0"/>
          </a:p>
        </p:txBody>
      </p:sp>
      <p:sp>
        <p:nvSpPr>
          <p:cNvPr id="108" name="Text 102"/>
          <p:cNvSpPr/>
          <p:nvPr/>
        </p:nvSpPr>
        <p:spPr>
          <a:xfrm>
            <a:off x="8851392" y="598932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collaborative filtering (user-based).
</a:t>
            </a: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: Hindi, and other languages.
</a:t>
            </a: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web application with real-time search.</a:t>
            </a:r>
          </a:p>
        </p:txBody>
      </p:sp>
      <p:sp>
        <p:nvSpPr>
          <p:cNvPr id="109" name="Shape 103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0" name="Text 104"/>
          <p:cNvSpPr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  |  Content-Based Filtering  |  TF-IDF + Cosine · KNN · Sigmoid · K-Means  |  TMDB Dataset — 45,000+ Movies</a:t>
            </a:r>
            <a:endParaRPr lang="en-US" sz="700" dirty="0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0B86F5CF-C719-885C-CAEA-70F3366157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401"/>
          <a:stretch>
            <a:fillRect/>
          </a:stretch>
        </p:blipFill>
        <p:spPr>
          <a:xfrm>
            <a:off x="8771398" y="3072110"/>
            <a:ext cx="3273552" cy="1344442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04C9F973-9CBF-202F-3CE1-99A5C1BE67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7096" y="17684"/>
            <a:ext cx="661543" cy="643732"/>
          </a:xfrm>
          <a:prstGeom prst="rect">
            <a:avLst/>
          </a:prstGeom>
        </p:spPr>
      </p:pic>
      <p:sp>
        <p:nvSpPr>
          <p:cNvPr id="119" name="Oval 118">
            <a:extLst>
              <a:ext uri="{FF2B5EF4-FFF2-40B4-BE49-F238E27FC236}">
                <a16:creationId xmlns:a16="http://schemas.microsoft.com/office/drawing/2014/main" id="{AD59685A-1B87-0933-8AA3-1CFF9B16F5FC}"/>
              </a:ext>
            </a:extLst>
          </p:cNvPr>
          <p:cNvSpPr/>
          <p:nvPr/>
        </p:nvSpPr>
        <p:spPr>
          <a:xfrm>
            <a:off x="10698480" y="224992"/>
            <a:ext cx="419877" cy="37546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2" name="Picture 8" descr="Social ">
            <a:extLst>
              <a:ext uri="{FF2B5EF4-FFF2-40B4-BE49-F238E27FC236}">
                <a16:creationId xmlns:a16="http://schemas.microsoft.com/office/drawing/2014/main" id="{AF74BFD0-9ABB-2295-75FF-D5DC05DF8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3820" y="275906"/>
            <a:ext cx="264119" cy="264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545</Words>
  <Application>Microsoft Office PowerPoint</Application>
  <PresentationFormat>Widescreen</PresentationFormat>
  <Paragraphs>75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Udit Yadav</cp:lastModifiedBy>
  <cp:revision>1</cp:revision>
  <dcterms:created xsi:type="dcterms:W3CDTF">2026-04-23T06:18:45Z</dcterms:created>
  <dcterms:modified xsi:type="dcterms:W3CDTF">2026-04-23T16:18:45Z</dcterms:modified>
</cp:coreProperties>
</file>