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30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A56BBE-7866-47F3-A727-2382AF96262D}" v="10" dt="2026-04-04T18:06:24.9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dit Yadav" userId="20ca19d0247c62ba" providerId="LiveId" clId="{BA2C1FD0-9AD1-4791-9CD4-1B6B41562316}"/>
    <pc:docChg chg="undo redo custSel modSld">
      <pc:chgData name="Udit Yadav" userId="20ca19d0247c62ba" providerId="LiveId" clId="{BA2C1FD0-9AD1-4791-9CD4-1B6B41562316}" dt="2026-04-10T04:34:23.839" v="585" actId="20577"/>
      <pc:docMkLst>
        <pc:docMk/>
      </pc:docMkLst>
      <pc:sldChg chg="modSp mod">
        <pc:chgData name="Udit Yadav" userId="20ca19d0247c62ba" providerId="LiveId" clId="{BA2C1FD0-9AD1-4791-9CD4-1B6B41562316}" dt="2026-04-04T17:36:58.660" v="216" actId="14100"/>
        <pc:sldMkLst>
          <pc:docMk/>
          <pc:sldMk cId="0" sldId="256"/>
        </pc:sldMkLst>
        <pc:spChg chg="mod">
          <ac:chgData name="Udit Yadav" userId="20ca19d0247c62ba" providerId="LiveId" clId="{BA2C1FD0-9AD1-4791-9CD4-1B6B41562316}" dt="2026-04-04T17:36:58.660" v="216" actId="14100"/>
          <ac:spMkLst>
            <pc:docMk/>
            <pc:sldMk cId="0" sldId="256"/>
            <ac:spMk id="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00:59.931" v="10" actId="255"/>
          <ac:spMkLst>
            <pc:docMk/>
            <pc:sldMk cId="0" sldId="256"/>
            <ac:spMk id="3" creationId="{00000000-0000-0000-0000-000000000000}"/>
          </ac:spMkLst>
        </pc:spChg>
        <pc:spChg chg="mod">
          <ac:chgData name="Udit Yadav" userId="20ca19d0247c62ba" providerId="LiveId" clId="{BA2C1FD0-9AD1-4791-9CD4-1B6B41562316}" dt="2026-04-04T17:00:43.327" v="8" actId="255"/>
          <ac:spMkLst>
            <pc:docMk/>
            <pc:sldMk cId="0" sldId="256"/>
            <ac:spMk id="4" creationId="{00000000-0000-0000-0000-000000000000}"/>
          </ac:spMkLst>
        </pc:spChg>
        <pc:spChg chg="mod">
          <ac:chgData name="Udit Yadav" userId="20ca19d0247c62ba" providerId="LiveId" clId="{BA2C1FD0-9AD1-4791-9CD4-1B6B41562316}" dt="2026-04-04T17:02:22.271" v="15" actId="14100"/>
          <ac:spMkLst>
            <pc:docMk/>
            <pc:sldMk cId="0" sldId="256"/>
            <ac:spMk id="6" creationId="{00000000-0000-0000-0000-000000000000}"/>
          </ac:spMkLst>
        </pc:spChg>
        <pc:spChg chg="mod">
          <ac:chgData name="Udit Yadav" userId="20ca19d0247c62ba" providerId="LiveId" clId="{BA2C1FD0-9AD1-4791-9CD4-1B6B41562316}" dt="2026-04-04T17:16:22.158" v="69" actId="20577"/>
          <ac:spMkLst>
            <pc:docMk/>
            <pc:sldMk cId="0" sldId="256"/>
            <ac:spMk id="7" creationId="{00000000-0000-0000-0000-000000000000}"/>
          </ac:spMkLst>
        </pc:spChg>
        <pc:spChg chg="mod">
          <ac:chgData name="Udit Yadav" userId="20ca19d0247c62ba" providerId="LiveId" clId="{BA2C1FD0-9AD1-4791-9CD4-1B6B41562316}" dt="2026-04-04T16:59:59.573" v="5" actId="207"/>
          <ac:spMkLst>
            <pc:docMk/>
            <pc:sldMk cId="0" sldId="256"/>
            <ac:spMk id="8" creationId="{00000000-0000-0000-0000-000000000000}"/>
          </ac:spMkLst>
        </pc:spChg>
      </pc:sldChg>
      <pc:sldChg chg="modSp mod">
        <pc:chgData name="Udit Yadav" userId="20ca19d0247c62ba" providerId="LiveId" clId="{BA2C1FD0-9AD1-4791-9CD4-1B6B41562316}" dt="2026-04-06T05:09:52.904" v="558" actId="122"/>
        <pc:sldMkLst>
          <pc:docMk/>
          <pc:sldMk cId="0" sldId="257"/>
        </pc:sldMkLst>
        <pc:spChg chg="mod">
          <ac:chgData name="Udit Yadav" userId="20ca19d0247c62ba" providerId="LiveId" clId="{BA2C1FD0-9AD1-4791-9CD4-1B6B41562316}" dt="2026-04-04T17:17:40.680" v="74" actId="207"/>
          <ac:spMkLst>
            <pc:docMk/>
            <pc:sldMk cId="0" sldId="257"/>
            <ac:spMk id="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07:01.092" v="40" actId="255"/>
          <ac:spMkLst>
            <pc:docMk/>
            <pc:sldMk cId="0" sldId="257"/>
            <ac:spMk id="3" creationId="{00000000-0000-0000-0000-000000000000}"/>
          </ac:spMkLst>
        </pc:spChg>
        <pc:spChg chg="mod">
          <ac:chgData name="Udit Yadav" userId="20ca19d0247c62ba" providerId="LiveId" clId="{BA2C1FD0-9AD1-4791-9CD4-1B6B41562316}" dt="2026-04-04T17:23:14.657" v="135" actId="20577"/>
          <ac:spMkLst>
            <pc:docMk/>
            <pc:sldMk cId="0" sldId="257"/>
            <ac:spMk id="5" creationId="{00000000-0000-0000-0000-000000000000}"/>
          </ac:spMkLst>
        </pc:spChg>
        <pc:spChg chg="mod">
          <ac:chgData name="Udit Yadav" userId="20ca19d0247c62ba" providerId="LiveId" clId="{BA2C1FD0-9AD1-4791-9CD4-1B6B41562316}" dt="2026-04-04T17:22:57.409" v="129" actId="1076"/>
          <ac:spMkLst>
            <pc:docMk/>
            <pc:sldMk cId="0" sldId="257"/>
            <ac:spMk id="6" creationId="{00000000-0000-0000-0000-000000000000}"/>
          </ac:spMkLst>
        </pc:spChg>
        <pc:spChg chg="mod">
          <ac:chgData name="Udit Yadav" userId="20ca19d0247c62ba" providerId="LiveId" clId="{BA2C1FD0-9AD1-4791-9CD4-1B6B41562316}" dt="2026-04-06T05:09:44.966" v="550" actId="122"/>
          <ac:spMkLst>
            <pc:docMk/>
            <pc:sldMk cId="0" sldId="257"/>
            <ac:spMk id="7" creationId="{00000000-0000-0000-0000-000000000000}"/>
          </ac:spMkLst>
        </pc:spChg>
        <pc:spChg chg="mod">
          <ac:chgData name="Udit Yadav" userId="20ca19d0247c62ba" providerId="LiveId" clId="{BA2C1FD0-9AD1-4791-9CD4-1B6B41562316}" dt="2026-04-04T17:22:55.900" v="125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Udit Yadav" userId="20ca19d0247c62ba" providerId="LiveId" clId="{BA2C1FD0-9AD1-4791-9CD4-1B6B41562316}" dt="2026-04-04T17:22:56.866" v="128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Udit Yadav" userId="20ca19d0247c62ba" providerId="LiveId" clId="{BA2C1FD0-9AD1-4791-9CD4-1B6B41562316}" dt="2026-04-06T05:09:48.687" v="554" actId="122"/>
          <ac:spMkLst>
            <pc:docMk/>
            <pc:sldMk cId="0" sldId="257"/>
            <ac:spMk id="11" creationId="{00000000-0000-0000-0000-000000000000}"/>
          </ac:spMkLst>
        </pc:spChg>
        <pc:spChg chg="mod">
          <ac:chgData name="Udit Yadav" userId="20ca19d0247c62ba" providerId="LiveId" clId="{BA2C1FD0-9AD1-4791-9CD4-1B6B41562316}" dt="2026-04-04T17:19:37.761" v="86" actId="20577"/>
          <ac:spMkLst>
            <pc:docMk/>
            <pc:sldMk cId="0" sldId="257"/>
            <ac:spMk id="13" creationId="{00000000-0000-0000-0000-000000000000}"/>
          </ac:spMkLst>
        </pc:spChg>
        <pc:spChg chg="mod">
          <ac:chgData name="Udit Yadav" userId="20ca19d0247c62ba" providerId="LiveId" clId="{BA2C1FD0-9AD1-4791-9CD4-1B6B41562316}" dt="2026-04-06T05:09:52.904" v="558" actId="122"/>
          <ac:spMkLst>
            <pc:docMk/>
            <pc:sldMk cId="0" sldId="257"/>
            <ac:spMk id="15" creationId="{00000000-0000-0000-0000-000000000000}"/>
          </ac:spMkLst>
        </pc:spChg>
        <pc:spChg chg="mod">
          <ac:chgData name="Udit Yadav" userId="20ca19d0247c62ba" providerId="LiveId" clId="{BA2C1FD0-9AD1-4791-9CD4-1B6B41562316}" dt="2026-04-04T17:20:46.314" v="116" actId="20577"/>
          <ac:spMkLst>
            <pc:docMk/>
            <pc:sldMk cId="0" sldId="257"/>
            <ac:spMk id="17" creationId="{00000000-0000-0000-0000-000000000000}"/>
          </ac:spMkLst>
        </pc:spChg>
      </pc:sldChg>
      <pc:sldChg chg="modSp mod">
        <pc:chgData name="Udit Yadav" userId="20ca19d0247c62ba" providerId="LiveId" clId="{BA2C1FD0-9AD1-4791-9CD4-1B6B41562316}" dt="2026-04-08T16:52:53.470" v="571" actId="20577"/>
        <pc:sldMkLst>
          <pc:docMk/>
          <pc:sldMk cId="0" sldId="258"/>
        </pc:sldMkLst>
        <pc:spChg chg="mod">
          <ac:chgData name="Udit Yadav" userId="20ca19d0247c62ba" providerId="LiveId" clId="{BA2C1FD0-9AD1-4791-9CD4-1B6B41562316}" dt="2026-04-04T17:23:33.866" v="136" actId="207"/>
          <ac:spMkLst>
            <pc:docMk/>
            <pc:sldMk cId="0" sldId="258"/>
            <ac:spMk id="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24:19.414" v="144" actId="255"/>
          <ac:spMkLst>
            <pc:docMk/>
            <pc:sldMk cId="0" sldId="258"/>
            <ac:spMk id="3" creationId="{00000000-0000-0000-0000-000000000000}"/>
          </ac:spMkLst>
        </pc:spChg>
        <pc:spChg chg="mod">
          <ac:chgData name="Udit Yadav" userId="20ca19d0247c62ba" providerId="LiveId" clId="{BA2C1FD0-9AD1-4791-9CD4-1B6B41562316}" dt="2026-04-04T17:24:29.913" v="145" actId="255"/>
          <ac:spMkLst>
            <pc:docMk/>
            <pc:sldMk cId="0" sldId="258"/>
            <ac:spMk id="5" creationId="{00000000-0000-0000-0000-000000000000}"/>
          </ac:spMkLst>
        </pc:spChg>
        <pc:spChg chg="mod">
          <ac:chgData name="Udit Yadav" userId="20ca19d0247c62ba" providerId="LiveId" clId="{BA2C1FD0-9AD1-4791-9CD4-1B6B41562316}" dt="2026-04-04T17:23:38.730" v="137" actId="207"/>
          <ac:spMkLst>
            <pc:docMk/>
            <pc:sldMk cId="0" sldId="258"/>
            <ac:spMk id="8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2:07.078" v="197" actId="255"/>
          <ac:spMkLst>
            <pc:docMk/>
            <pc:sldMk cId="0" sldId="258"/>
            <ac:spMk id="9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3:16.905" v="200" actId="255"/>
          <ac:spMkLst>
            <pc:docMk/>
            <pc:sldMk cId="0" sldId="258"/>
            <ac:spMk id="10" creationId="{00000000-0000-0000-0000-000000000000}"/>
          </ac:spMkLst>
        </pc:spChg>
        <pc:spChg chg="mod">
          <ac:chgData name="Udit Yadav" userId="20ca19d0247c62ba" providerId="LiveId" clId="{BA2C1FD0-9AD1-4791-9CD4-1B6B41562316}" dt="2026-04-04T17:23:43.332" v="138" actId="207"/>
          <ac:spMkLst>
            <pc:docMk/>
            <pc:sldMk cId="0" sldId="258"/>
            <ac:spMk id="14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2:07.078" v="197" actId="255"/>
          <ac:spMkLst>
            <pc:docMk/>
            <pc:sldMk cId="0" sldId="258"/>
            <ac:spMk id="15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3:16.905" v="200" actId="255"/>
          <ac:spMkLst>
            <pc:docMk/>
            <pc:sldMk cId="0" sldId="258"/>
            <ac:spMk id="16" creationId="{00000000-0000-0000-0000-000000000000}"/>
          </ac:spMkLst>
        </pc:spChg>
        <pc:spChg chg="mod">
          <ac:chgData name="Udit Yadav" userId="20ca19d0247c62ba" providerId="LiveId" clId="{BA2C1FD0-9AD1-4791-9CD4-1B6B41562316}" dt="2026-04-04T17:23:46.998" v="139" actId="207"/>
          <ac:spMkLst>
            <pc:docMk/>
            <pc:sldMk cId="0" sldId="258"/>
            <ac:spMk id="20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2:07.078" v="197" actId="255"/>
          <ac:spMkLst>
            <pc:docMk/>
            <pc:sldMk cId="0" sldId="258"/>
            <ac:spMk id="21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3:16.905" v="200" actId="255"/>
          <ac:spMkLst>
            <pc:docMk/>
            <pc:sldMk cId="0" sldId="258"/>
            <ac:spMk id="2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23:50.540" v="140" actId="207"/>
          <ac:spMkLst>
            <pc:docMk/>
            <pc:sldMk cId="0" sldId="258"/>
            <ac:spMk id="26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2:07.078" v="197" actId="255"/>
          <ac:spMkLst>
            <pc:docMk/>
            <pc:sldMk cId="0" sldId="258"/>
            <ac:spMk id="27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3:16.905" v="200" actId="255"/>
          <ac:spMkLst>
            <pc:docMk/>
            <pc:sldMk cId="0" sldId="258"/>
            <ac:spMk id="28" creationId="{00000000-0000-0000-0000-000000000000}"/>
          </ac:spMkLst>
        </pc:spChg>
        <pc:spChg chg="mod">
          <ac:chgData name="Udit Yadav" userId="20ca19d0247c62ba" providerId="LiveId" clId="{BA2C1FD0-9AD1-4791-9CD4-1B6B41562316}" dt="2026-04-04T17:23:54.066" v="141" actId="207"/>
          <ac:spMkLst>
            <pc:docMk/>
            <pc:sldMk cId="0" sldId="258"/>
            <ac:spMk id="3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2:07.078" v="197" actId="255"/>
          <ac:spMkLst>
            <pc:docMk/>
            <pc:sldMk cId="0" sldId="258"/>
            <ac:spMk id="33" creationId="{00000000-0000-0000-0000-000000000000}"/>
          </ac:spMkLst>
        </pc:spChg>
        <pc:spChg chg="mod">
          <ac:chgData name="Udit Yadav" userId="20ca19d0247c62ba" providerId="LiveId" clId="{BA2C1FD0-9AD1-4791-9CD4-1B6B41562316}" dt="2026-04-08T16:52:53.470" v="571" actId="20577"/>
          <ac:spMkLst>
            <pc:docMk/>
            <pc:sldMk cId="0" sldId="258"/>
            <ac:spMk id="34" creationId="{00000000-0000-0000-0000-000000000000}"/>
          </ac:spMkLst>
        </pc:spChg>
        <pc:spChg chg="mod">
          <ac:chgData name="Udit Yadav" userId="20ca19d0247c62ba" providerId="LiveId" clId="{BA2C1FD0-9AD1-4791-9CD4-1B6B41562316}" dt="2026-04-04T17:23:56.336" v="142" actId="207"/>
          <ac:spMkLst>
            <pc:docMk/>
            <pc:sldMk cId="0" sldId="258"/>
            <ac:spMk id="38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2:07.078" v="197" actId="255"/>
          <ac:spMkLst>
            <pc:docMk/>
            <pc:sldMk cId="0" sldId="258"/>
            <ac:spMk id="39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3:16.905" v="200" actId="255"/>
          <ac:spMkLst>
            <pc:docMk/>
            <pc:sldMk cId="0" sldId="258"/>
            <ac:spMk id="40" creationId="{00000000-0000-0000-0000-000000000000}"/>
          </ac:spMkLst>
        </pc:spChg>
        <pc:spChg chg="mod">
          <ac:chgData name="Udit Yadav" userId="20ca19d0247c62ba" providerId="LiveId" clId="{BA2C1FD0-9AD1-4791-9CD4-1B6B41562316}" dt="2026-04-04T17:23:59.431" v="143" actId="207"/>
          <ac:spMkLst>
            <pc:docMk/>
            <pc:sldMk cId="0" sldId="258"/>
            <ac:spMk id="44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2:07.078" v="197" actId="255"/>
          <ac:spMkLst>
            <pc:docMk/>
            <pc:sldMk cId="0" sldId="258"/>
            <ac:spMk id="45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3:16.905" v="200" actId="255"/>
          <ac:spMkLst>
            <pc:docMk/>
            <pc:sldMk cId="0" sldId="258"/>
            <ac:spMk id="46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3:30.811" v="201" actId="1076"/>
          <ac:spMkLst>
            <pc:docMk/>
            <pc:sldMk cId="0" sldId="258"/>
            <ac:spMk id="47" creationId="{00000000-0000-0000-0000-000000000000}"/>
          </ac:spMkLst>
        </pc:spChg>
      </pc:sldChg>
      <pc:sldChg chg="modSp mod">
        <pc:chgData name="Udit Yadav" userId="20ca19d0247c62ba" providerId="LiveId" clId="{BA2C1FD0-9AD1-4791-9CD4-1B6B41562316}" dt="2026-04-04T18:05:02.478" v="525" actId="20577"/>
        <pc:sldMkLst>
          <pc:docMk/>
          <pc:sldMk cId="0" sldId="259"/>
        </pc:sldMkLst>
        <pc:spChg chg="mod">
          <ac:chgData name="Udit Yadav" userId="20ca19d0247c62ba" providerId="LiveId" clId="{BA2C1FD0-9AD1-4791-9CD4-1B6B41562316}" dt="2026-04-04T18:03:13.785" v="523" actId="207"/>
          <ac:spMkLst>
            <pc:docMk/>
            <pc:sldMk cId="0" sldId="259"/>
            <ac:spMk id="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5:00.566" v="202" actId="255"/>
          <ac:spMkLst>
            <pc:docMk/>
            <pc:sldMk cId="0" sldId="259"/>
            <ac:spMk id="3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5:21.974" v="205" actId="255"/>
          <ac:spMkLst>
            <pc:docMk/>
            <pc:sldMk cId="0" sldId="259"/>
            <ac:spMk id="5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8:10.143" v="222" actId="255"/>
          <ac:spMkLst>
            <pc:docMk/>
            <pc:sldMk cId="0" sldId="259"/>
            <ac:spMk id="7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5:02.478" v="525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8:16.007" v="223" actId="255"/>
          <ac:spMkLst>
            <pc:docMk/>
            <pc:sldMk cId="0" sldId="259"/>
            <ac:spMk id="11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9:34.989" v="240" actId="20577"/>
          <ac:spMkLst>
            <pc:docMk/>
            <pc:sldMk cId="0" sldId="259"/>
            <ac:spMk id="13" creationId="{00000000-0000-0000-0000-000000000000}"/>
          </ac:spMkLst>
        </pc:spChg>
      </pc:sldChg>
      <pc:sldChg chg="modSp mod">
        <pc:chgData name="Udit Yadav" userId="20ca19d0247c62ba" providerId="LiveId" clId="{BA2C1FD0-9AD1-4791-9CD4-1B6B41562316}" dt="2026-04-08T16:53:36.664" v="572" actId="20577"/>
        <pc:sldMkLst>
          <pc:docMk/>
          <pc:sldMk cId="0" sldId="260"/>
        </pc:sldMkLst>
        <pc:spChg chg="mod">
          <ac:chgData name="Udit Yadav" userId="20ca19d0247c62ba" providerId="LiveId" clId="{BA2C1FD0-9AD1-4791-9CD4-1B6B41562316}" dt="2026-04-04T18:02:50.416" v="518" actId="207"/>
          <ac:spMkLst>
            <pc:docMk/>
            <pc:sldMk cId="0" sldId="260"/>
            <ac:spMk id="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5:10.100" v="203" actId="255"/>
          <ac:spMkLst>
            <pc:docMk/>
            <pc:sldMk cId="0" sldId="260"/>
            <ac:spMk id="3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5:15.031" v="204" actId="255"/>
          <ac:spMkLst>
            <pc:docMk/>
            <pc:sldMk cId="0" sldId="260"/>
            <ac:spMk id="5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5:24.993" v="526" actId="207"/>
          <ac:spMkLst>
            <pc:docMk/>
            <pc:sldMk cId="0" sldId="260"/>
            <ac:spMk id="8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0:41.841" v="249" actId="255"/>
          <ac:spMkLst>
            <pc:docMk/>
            <pc:sldMk cId="0" sldId="260"/>
            <ac:spMk id="9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2:21.587" v="268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3:02.426" v="271" actId="255"/>
          <ac:spMkLst>
            <pc:docMk/>
            <pc:sldMk cId="0" sldId="260"/>
            <ac:spMk id="13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2:56.756" v="520" actId="207"/>
          <ac:spMkLst>
            <pc:docMk/>
            <pc:sldMk cId="0" sldId="260"/>
            <ac:spMk id="14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0:07.320" v="245" actId="1410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Udit Yadav" userId="20ca19d0247c62ba" providerId="LiveId" clId="{BA2C1FD0-9AD1-4791-9CD4-1B6B41562316}" dt="2026-04-08T16:53:36.664" v="572" actId="20577"/>
          <ac:spMkLst>
            <pc:docMk/>
            <pc:sldMk cId="0" sldId="260"/>
            <ac:spMk id="17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3:02.426" v="271" actId="255"/>
          <ac:spMkLst>
            <pc:docMk/>
            <pc:sldMk cId="0" sldId="260"/>
            <ac:spMk id="19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3:01.403" v="521" actId="207"/>
          <ac:spMkLst>
            <pc:docMk/>
            <pc:sldMk cId="0" sldId="260"/>
            <ac:spMk id="20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0:31.378" v="248" actId="255"/>
          <ac:spMkLst>
            <pc:docMk/>
            <pc:sldMk cId="0" sldId="260"/>
            <ac:spMk id="21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1:45.369" v="261" actId="20577"/>
          <ac:spMkLst>
            <pc:docMk/>
            <pc:sldMk cId="0" sldId="260"/>
            <ac:spMk id="23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3:02.426" v="271" actId="255"/>
          <ac:spMkLst>
            <pc:docMk/>
            <pc:sldMk cId="0" sldId="260"/>
            <ac:spMk id="25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3:04.281" v="522" actId="207"/>
          <ac:spMkLst>
            <pc:docMk/>
            <pc:sldMk cId="0" sldId="260"/>
            <ac:spMk id="26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0:51.422" v="250" actId="255"/>
          <ac:spMkLst>
            <pc:docMk/>
            <pc:sldMk cId="0" sldId="260"/>
            <ac:spMk id="27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2:06.454" v="267" actId="20577"/>
          <ac:spMkLst>
            <pc:docMk/>
            <pc:sldMk cId="0" sldId="260"/>
            <ac:spMk id="29" creationId="{00000000-0000-0000-0000-000000000000}"/>
          </ac:spMkLst>
        </pc:spChg>
      </pc:sldChg>
      <pc:sldChg chg="addSp delSp modSp mod">
        <pc:chgData name="Udit Yadav" userId="20ca19d0247c62ba" providerId="LiveId" clId="{BA2C1FD0-9AD1-4791-9CD4-1B6B41562316}" dt="2026-04-08T16:54:28.202" v="573" actId="20577"/>
        <pc:sldMkLst>
          <pc:docMk/>
          <pc:sldMk cId="0" sldId="261"/>
        </pc:sldMkLst>
        <pc:spChg chg="mod">
          <ac:chgData name="Udit Yadav" userId="20ca19d0247c62ba" providerId="LiveId" clId="{BA2C1FD0-9AD1-4791-9CD4-1B6B41562316}" dt="2026-04-04T18:02:45.140" v="517" actId="207"/>
          <ac:spMkLst>
            <pc:docMk/>
            <pc:sldMk cId="0" sldId="261"/>
            <ac:spMk id="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5:33.356" v="206" actId="255"/>
          <ac:spMkLst>
            <pc:docMk/>
            <pc:sldMk cId="0" sldId="261"/>
            <ac:spMk id="3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7:21.333" v="540" actId="255"/>
          <ac:spMkLst>
            <pc:docMk/>
            <pc:sldMk cId="0" sldId="261"/>
            <ac:spMk id="6" creationId="{00000000-0000-0000-0000-000000000000}"/>
          </ac:spMkLst>
        </pc:spChg>
        <pc:spChg chg="mod">
          <ac:chgData name="Udit Yadav" userId="20ca19d0247c62ba" providerId="LiveId" clId="{BA2C1FD0-9AD1-4791-9CD4-1B6B41562316}" dt="2026-04-08T16:54:28.202" v="573" actId="20577"/>
          <ac:spMkLst>
            <pc:docMk/>
            <pc:sldMk cId="0" sldId="261"/>
            <ac:spMk id="8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7:25.698" v="541" actId="255"/>
          <ac:spMkLst>
            <pc:docMk/>
            <pc:sldMk cId="0" sldId="261"/>
            <ac:spMk id="10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5:40.466" v="295" actId="255"/>
          <ac:spMkLst>
            <pc:docMk/>
            <pc:sldMk cId="0" sldId="261"/>
            <ac:spMk id="12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7:34.767" v="543" actId="14100"/>
          <ac:spMkLst>
            <pc:docMk/>
            <pc:sldMk cId="0" sldId="261"/>
            <ac:spMk id="14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6:18.580" v="303" actId="255"/>
          <ac:spMkLst>
            <pc:docMk/>
            <pc:sldMk cId="0" sldId="261"/>
            <ac:spMk id="16" creationId="{00000000-0000-0000-0000-000000000000}"/>
          </ac:spMkLst>
        </pc:spChg>
        <pc:spChg chg="add mod">
          <ac:chgData name="Udit Yadav" userId="20ca19d0247c62ba" providerId="LiveId" clId="{BA2C1FD0-9AD1-4791-9CD4-1B6B41562316}" dt="2026-04-04T18:06:36.426" v="538" actId="1076"/>
          <ac:spMkLst>
            <pc:docMk/>
            <pc:sldMk cId="0" sldId="261"/>
            <ac:spMk id="19" creationId="{61AEA33C-CA98-4B3B-FB15-BCE79FD94669}"/>
          </ac:spMkLst>
        </pc:spChg>
      </pc:sldChg>
      <pc:sldChg chg="modSp mod">
        <pc:chgData name="Udit Yadav" userId="20ca19d0247c62ba" providerId="LiveId" clId="{BA2C1FD0-9AD1-4791-9CD4-1B6B41562316}" dt="2026-04-08T16:55:48.576" v="575" actId="255"/>
        <pc:sldMkLst>
          <pc:docMk/>
          <pc:sldMk cId="0" sldId="262"/>
        </pc:sldMkLst>
        <pc:spChg chg="mod">
          <ac:chgData name="Udit Yadav" userId="20ca19d0247c62ba" providerId="LiveId" clId="{BA2C1FD0-9AD1-4791-9CD4-1B6B41562316}" dt="2026-04-04T18:02:40.268" v="516" actId="207"/>
          <ac:spMkLst>
            <pc:docMk/>
            <pc:sldMk cId="0" sldId="262"/>
            <ac:spMk id="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5:41.718" v="207" actId="255"/>
          <ac:spMkLst>
            <pc:docMk/>
            <pc:sldMk cId="0" sldId="262"/>
            <ac:spMk id="3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7:08.140" v="320" actId="14100"/>
          <ac:spMkLst>
            <pc:docMk/>
            <pc:sldMk cId="0" sldId="262"/>
            <ac:spMk id="6" creationId="{00000000-0000-0000-0000-000000000000}"/>
          </ac:spMkLst>
        </pc:spChg>
        <pc:spChg chg="mod">
          <ac:chgData name="Udit Yadav" userId="20ca19d0247c62ba" providerId="LiveId" clId="{BA2C1FD0-9AD1-4791-9CD4-1B6B41562316}" dt="2026-04-08T16:55:48.576" v="575" actId="255"/>
          <ac:spMkLst>
            <pc:docMk/>
            <pc:sldMk cId="0" sldId="262"/>
            <ac:spMk id="8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7:08.140" v="320" actId="14100"/>
          <ac:spMkLst>
            <pc:docMk/>
            <pc:sldMk cId="0" sldId="262"/>
            <ac:spMk id="10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7:42.614" v="328" actId="20577"/>
          <ac:spMkLst>
            <pc:docMk/>
            <pc:sldMk cId="0" sldId="262"/>
            <ac:spMk id="1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7:08.140" v="320" actId="14100"/>
          <ac:spMkLst>
            <pc:docMk/>
            <pc:sldMk cId="0" sldId="262"/>
            <ac:spMk id="14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7:11.744" v="539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7:49.888" v="329" actId="255"/>
          <ac:spMkLst>
            <pc:docMk/>
            <pc:sldMk cId="0" sldId="262"/>
            <ac:spMk id="16" creationId="{00000000-0000-0000-0000-000000000000}"/>
          </ac:spMkLst>
        </pc:spChg>
      </pc:sldChg>
      <pc:sldChg chg="modSp mod">
        <pc:chgData name="Udit Yadav" userId="20ca19d0247c62ba" providerId="LiveId" clId="{BA2C1FD0-9AD1-4791-9CD4-1B6B41562316}" dt="2026-04-04T18:08:11.156" v="545" actId="1076"/>
        <pc:sldMkLst>
          <pc:docMk/>
          <pc:sldMk cId="0" sldId="263"/>
        </pc:sldMkLst>
        <pc:spChg chg="mod">
          <ac:chgData name="Udit Yadav" userId="20ca19d0247c62ba" providerId="LiveId" clId="{BA2C1FD0-9AD1-4791-9CD4-1B6B41562316}" dt="2026-04-04T18:02:33.553" v="515" actId="207"/>
          <ac:spMkLst>
            <pc:docMk/>
            <pc:sldMk cId="0" sldId="263"/>
            <ac:spMk id="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5:49.875" v="208" actId="255"/>
          <ac:spMkLst>
            <pc:docMk/>
            <pc:sldMk cId="0" sldId="263"/>
            <ac:spMk id="3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8:01.216" v="544" actId="255"/>
          <ac:spMkLst>
            <pc:docMk/>
            <pc:sldMk cId="0" sldId="263"/>
            <ac:spMk id="6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8:40.955" v="343" actId="255"/>
          <ac:spMkLst>
            <pc:docMk/>
            <pc:sldMk cId="0" sldId="263"/>
            <ac:spMk id="7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9:06.108" v="346" actId="255"/>
          <ac:spMkLst>
            <pc:docMk/>
            <pc:sldMk cId="0" sldId="263"/>
            <ac:spMk id="8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8:40.955" v="343" actId="255"/>
          <ac:spMkLst>
            <pc:docMk/>
            <pc:sldMk cId="0" sldId="263"/>
            <ac:spMk id="10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8:40.955" v="343" actId="255"/>
          <ac:spMkLst>
            <pc:docMk/>
            <pc:sldMk cId="0" sldId="263"/>
            <ac:spMk id="11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9:06.108" v="346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8:56.025" v="345" actId="14100"/>
          <ac:spMkLst>
            <pc:docMk/>
            <pc:sldMk cId="0" sldId="263"/>
            <ac:spMk id="14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8:11.156" v="545" actId="1076"/>
          <ac:spMkLst>
            <pc:docMk/>
            <pc:sldMk cId="0" sldId="263"/>
            <ac:spMk id="15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9:06.108" v="346" actId="255"/>
          <ac:spMkLst>
            <pc:docMk/>
            <pc:sldMk cId="0" sldId="263"/>
            <ac:spMk id="16" creationId="{00000000-0000-0000-0000-000000000000}"/>
          </ac:spMkLst>
        </pc:spChg>
      </pc:sldChg>
      <pc:sldChg chg="modSp mod">
        <pc:chgData name="Udit Yadav" userId="20ca19d0247c62ba" providerId="LiveId" clId="{BA2C1FD0-9AD1-4791-9CD4-1B6B41562316}" dt="2026-04-04T18:08:22.150" v="546" actId="1076"/>
        <pc:sldMkLst>
          <pc:docMk/>
          <pc:sldMk cId="0" sldId="264"/>
        </pc:sldMkLst>
        <pc:spChg chg="mod">
          <ac:chgData name="Udit Yadav" userId="20ca19d0247c62ba" providerId="LiveId" clId="{BA2C1FD0-9AD1-4791-9CD4-1B6B41562316}" dt="2026-04-04T18:02:28.712" v="514" actId="207"/>
          <ac:spMkLst>
            <pc:docMk/>
            <pc:sldMk cId="0" sldId="264"/>
            <ac:spMk id="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5:56.240" v="209" actId="255"/>
          <ac:spMkLst>
            <pc:docMk/>
            <pc:sldMk cId="0" sldId="264"/>
            <ac:spMk id="3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9:43.864" v="360" actId="14100"/>
          <ac:spMkLst>
            <pc:docMk/>
            <pc:sldMk cId="0" sldId="264"/>
            <ac:spMk id="6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9:43.864" v="360" actId="14100"/>
          <ac:spMkLst>
            <pc:docMk/>
            <pc:sldMk cId="0" sldId="264"/>
            <ac:spMk id="7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9:59.541" v="362" actId="20577"/>
          <ac:spMkLst>
            <pc:docMk/>
            <pc:sldMk cId="0" sldId="264"/>
            <ac:spMk id="8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9:43.864" v="360" actId="14100"/>
          <ac:spMkLst>
            <pc:docMk/>
            <pc:sldMk cId="0" sldId="264"/>
            <ac:spMk id="10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9:43.864" v="360" actId="14100"/>
          <ac:spMkLst>
            <pc:docMk/>
            <pc:sldMk cId="0" sldId="264"/>
            <ac:spMk id="11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9:56.479" v="361" actId="255"/>
          <ac:spMkLst>
            <pc:docMk/>
            <pc:sldMk cId="0" sldId="264"/>
            <ac:spMk id="1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9:43.864" v="360" actId="14100"/>
          <ac:spMkLst>
            <pc:docMk/>
            <pc:sldMk cId="0" sldId="264"/>
            <ac:spMk id="14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8:22.150" v="546" actId="1076"/>
          <ac:spMkLst>
            <pc:docMk/>
            <pc:sldMk cId="0" sldId="264"/>
            <ac:spMk id="15" creationId="{00000000-0000-0000-0000-000000000000}"/>
          </ac:spMkLst>
        </pc:spChg>
        <pc:spChg chg="mod">
          <ac:chgData name="Udit Yadav" userId="20ca19d0247c62ba" providerId="LiveId" clId="{BA2C1FD0-9AD1-4791-9CD4-1B6B41562316}" dt="2026-04-04T17:49:56.479" v="361" actId="255"/>
          <ac:spMkLst>
            <pc:docMk/>
            <pc:sldMk cId="0" sldId="264"/>
            <ac:spMk id="16" creationId="{00000000-0000-0000-0000-000000000000}"/>
          </ac:spMkLst>
        </pc:spChg>
      </pc:sldChg>
      <pc:sldChg chg="modSp mod">
        <pc:chgData name="Udit Yadav" userId="20ca19d0247c62ba" providerId="LiveId" clId="{BA2C1FD0-9AD1-4791-9CD4-1B6B41562316}" dt="2026-04-10T04:34:23.839" v="585" actId="20577"/>
        <pc:sldMkLst>
          <pc:docMk/>
          <pc:sldMk cId="0" sldId="265"/>
        </pc:sldMkLst>
        <pc:spChg chg="mod">
          <ac:chgData name="Udit Yadav" userId="20ca19d0247c62ba" providerId="LiveId" clId="{BA2C1FD0-9AD1-4791-9CD4-1B6B41562316}" dt="2026-04-04T18:02:22.654" v="513" actId="207"/>
          <ac:spMkLst>
            <pc:docMk/>
            <pc:sldMk cId="0" sldId="265"/>
            <ac:spMk id="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6:02.347" v="210" actId="255"/>
          <ac:spMkLst>
            <pc:docMk/>
            <pc:sldMk cId="0" sldId="265"/>
            <ac:spMk id="3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0:48.142" v="364" actId="255"/>
          <ac:spMkLst>
            <pc:docMk/>
            <pc:sldMk cId="0" sldId="265"/>
            <ac:spMk id="5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2:07.213" v="402" actId="122"/>
          <ac:spMkLst>
            <pc:docMk/>
            <pc:sldMk cId="0" sldId="265"/>
            <ac:spMk id="7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0:57.268" v="365" actId="255"/>
          <ac:spMkLst>
            <pc:docMk/>
            <pc:sldMk cId="0" sldId="265"/>
            <ac:spMk id="8" creationId="{00000000-0000-0000-0000-000000000000}"/>
          </ac:spMkLst>
        </pc:spChg>
        <pc:spChg chg="mod">
          <ac:chgData name="Udit Yadav" userId="20ca19d0247c62ba" providerId="LiveId" clId="{BA2C1FD0-9AD1-4791-9CD4-1B6B41562316}" dt="2026-04-08T16:57:24.218" v="578" actId="20577"/>
          <ac:spMkLst>
            <pc:docMk/>
            <pc:sldMk cId="0" sldId="265"/>
            <ac:spMk id="9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2:10.375" v="403" actId="122"/>
          <ac:spMkLst>
            <pc:docMk/>
            <pc:sldMk cId="0" sldId="265"/>
            <ac:spMk id="11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0:57.268" v="365" actId="255"/>
          <ac:spMkLst>
            <pc:docMk/>
            <pc:sldMk cId="0" sldId="265"/>
            <ac:spMk id="12" creationId="{00000000-0000-0000-0000-000000000000}"/>
          </ac:spMkLst>
        </pc:spChg>
        <pc:spChg chg="mod">
          <ac:chgData name="Udit Yadav" userId="20ca19d0247c62ba" providerId="LiveId" clId="{BA2C1FD0-9AD1-4791-9CD4-1B6B41562316}" dt="2026-04-10T04:34:23.839" v="585" actId="20577"/>
          <ac:spMkLst>
            <pc:docMk/>
            <pc:sldMk cId="0" sldId="265"/>
            <ac:spMk id="13" creationId="{00000000-0000-0000-0000-000000000000}"/>
          </ac:spMkLst>
        </pc:spChg>
      </pc:sldChg>
      <pc:sldChg chg="modSp mod">
        <pc:chgData name="Udit Yadav" userId="20ca19d0247c62ba" providerId="LiveId" clId="{BA2C1FD0-9AD1-4791-9CD4-1B6B41562316}" dt="2026-04-04T18:02:18.338" v="512" actId="207"/>
        <pc:sldMkLst>
          <pc:docMk/>
          <pc:sldMk cId="0" sldId="266"/>
        </pc:sldMkLst>
        <pc:spChg chg="mod">
          <ac:chgData name="Udit Yadav" userId="20ca19d0247c62ba" providerId="LiveId" clId="{BA2C1FD0-9AD1-4791-9CD4-1B6B41562316}" dt="2026-04-04T18:02:18.338" v="512" actId="207"/>
          <ac:spMkLst>
            <pc:docMk/>
            <pc:sldMk cId="0" sldId="266"/>
            <ac:spMk id="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6:08.827" v="211" actId="255"/>
          <ac:spMkLst>
            <pc:docMk/>
            <pc:sldMk cId="0" sldId="266"/>
            <ac:spMk id="3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2:42.685" v="405" actId="255"/>
          <ac:spMkLst>
            <pc:docMk/>
            <pc:sldMk cId="0" sldId="266"/>
            <ac:spMk id="5" creationId="{00000000-0000-0000-0000-000000000000}"/>
          </ac:spMkLst>
        </pc:spChg>
        <pc:picChg chg="mod modCrop">
          <ac:chgData name="Udit Yadav" userId="20ca19d0247c62ba" providerId="LiveId" clId="{BA2C1FD0-9AD1-4791-9CD4-1B6B41562316}" dt="2026-04-04T17:53:33.116" v="407" actId="14100"/>
          <ac:picMkLst>
            <pc:docMk/>
            <pc:sldMk cId="0" sldId="266"/>
            <ac:picMk id="6" creationId="{00000000-0000-0000-0000-000000000000}"/>
          </ac:picMkLst>
        </pc:picChg>
      </pc:sldChg>
      <pc:sldChg chg="modSp mod">
        <pc:chgData name="Udit Yadav" userId="20ca19d0247c62ba" providerId="LiveId" clId="{BA2C1FD0-9AD1-4791-9CD4-1B6B41562316}" dt="2026-04-04T18:02:13.320" v="511" actId="207"/>
        <pc:sldMkLst>
          <pc:docMk/>
          <pc:sldMk cId="0" sldId="267"/>
        </pc:sldMkLst>
        <pc:spChg chg="mod">
          <ac:chgData name="Udit Yadav" userId="20ca19d0247c62ba" providerId="LiveId" clId="{BA2C1FD0-9AD1-4791-9CD4-1B6B41562316}" dt="2026-04-04T18:02:13.320" v="511" actId="207"/>
          <ac:spMkLst>
            <pc:docMk/>
            <pc:sldMk cId="0" sldId="267"/>
            <ac:spMk id="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6:16.045" v="212" actId="255"/>
          <ac:spMkLst>
            <pc:docMk/>
            <pc:sldMk cId="0" sldId="267"/>
            <ac:spMk id="3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4:11.200" v="411" actId="255"/>
          <ac:spMkLst>
            <pc:docMk/>
            <pc:sldMk cId="0" sldId="267"/>
            <ac:spMk id="5" creationId="{00000000-0000-0000-0000-000000000000}"/>
          </ac:spMkLst>
        </pc:spChg>
        <pc:picChg chg="mod">
          <ac:chgData name="Udit Yadav" userId="20ca19d0247c62ba" providerId="LiveId" clId="{BA2C1FD0-9AD1-4791-9CD4-1B6B41562316}" dt="2026-04-04T17:54:06.817" v="410" actId="1076"/>
          <ac:picMkLst>
            <pc:docMk/>
            <pc:sldMk cId="0" sldId="267"/>
            <ac:picMk id="6" creationId="{00000000-0000-0000-0000-000000000000}"/>
          </ac:picMkLst>
        </pc:picChg>
      </pc:sldChg>
      <pc:sldChg chg="addSp delSp modSp mod">
        <pc:chgData name="Udit Yadav" userId="20ca19d0247c62ba" providerId="LiveId" clId="{BA2C1FD0-9AD1-4791-9CD4-1B6B41562316}" dt="2026-04-04T18:02:08.167" v="510" actId="207"/>
        <pc:sldMkLst>
          <pc:docMk/>
          <pc:sldMk cId="0" sldId="268"/>
        </pc:sldMkLst>
        <pc:spChg chg="mod">
          <ac:chgData name="Udit Yadav" userId="20ca19d0247c62ba" providerId="LiveId" clId="{BA2C1FD0-9AD1-4791-9CD4-1B6B41562316}" dt="2026-04-04T18:02:08.167" v="510" actId="207"/>
          <ac:spMkLst>
            <pc:docMk/>
            <pc:sldMk cId="0" sldId="268"/>
            <ac:spMk id="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6:22.505" v="213" actId="255"/>
          <ac:spMkLst>
            <pc:docMk/>
            <pc:sldMk cId="0" sldId="268"/>
            <ac:spMk id="3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4:20.117" v="412" actId="255"/>
          <ac:spMkLst>
            <pc:docMk/>
            <pc:sldMk cId="0" sldId="268"/>
            <ac:spMk id="5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6:59.776" v="441" actId="207"/>
          <ac:spMkLst>
            <pc:docMk/>
            <pc:sldMk cId="0" sldId="268"/>
            <ac:spMk id="6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5:01.719" v="420" actId="207"/>
          <ac:spMkLst>
            <pc:docMk/>
            <pc:sldMk cId="0" sldId="268"/>
            <ac:spMk id="7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8:38.029" v="464" actId="255"/>
          <ac:spMkLst>
            <pc:docMk/>
            <pc:sldMk cId="0" sldId="268"/>
            <ac:spMk id="8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5:05.395" v="421" actId="207"/>
          <ac:spMkLst>
            <pc:docMk/>
            <pc:sldMk cId="0" sldId="268"/>
            <ac:spMk id="9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5:08.549" v="422" actId="207"/>
          <ac:spMkLst>
            <pc:docMk/>
            <pc:sldMk cId="0" sldId="268"/>
            <ac:spMk id="10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7:06.069" v="442" actId="14100"/>
          <ac:spMkLst>
            <pc:docMk/>
            <pc:sldMk cId="0" sldId="268"/>
            <ac:spMk id="11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8:38.029" v="464" actId="255"/>
          <ac:spMkLst>
            <pc:docMk/>
            <pc:sldMk cId="0" sldId="268"/>
            <ac:spMk id="1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8:38.029" v="464" actId="255"/>
          <ac:spMkLst>
            <pc:docMk/>
            <pc:sldMk cId="0" sldId="268"/>
            <ac:spMk id="17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8:38.029" v="464" actId="255"/>
          <ac:spMkLst>
            <pc:docMk/>
            <pc:sldMk cId="0" sldId="268"/>
            <ac:spMk id="18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8:38.029" v="464" actId="255"/>
          <ac:spMkLst>
            <pc:docMk/>
            <pc:sldMk cId="0" sldId="268"/>
            <ac:spMk id="19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8:38.029" v="464" actId="255"/>
          <ac:spMkLst>
            <pc:docMk/>
            <pc:sldMk cId="0" sldId="268"/>
            <ac:spMk id="20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6:05.354" v="430" actId="207"/>
          <ac:spMkLst>
            <pc:docMk/>
            <pc:sldMk cId="0" sldId="268"/>
            <ac:spMk id="21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6:02.660" v="429" actId="207"/>
          <ac:spMkLst>
            <pc:docMk/>
            <pc:sldMk cId="0" sldId="268"/>
            <ac:spMk id="2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9:00.007" v="465" actId="207"/>
          <ac:spMkLst>
            <pc:docMk/>
            <pc:sldMk cId="0" sldId="268"/>
            <ac:spMk id="24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8:38.029" v="464" actId="255"/>
          <ac:spMkLst>
            <pc:docMk/>
            <pc:sldMk cId="0" sldId="268"/>
            <ac:spMk id="25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6:45.862" v="438" actId="208"/>
          <ac:spMkLst>
            <pc:docMk/>
            <pc:sldMk cId="0" sldId="268"/>
            <ac:spMk id="26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8:38.029" v="464" actId="255"/>
          <ac:spMkLst>
            <pc:docMk/>
            <pc:sldMk cId="0" sldId="268"/>
            <ac:spMk id="29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9:06.074" v="466" actId="207"/>
          <ac:spMkLst>
            <pc:docMk/>
            <pc:sldMk cId="0" sldId="268"/>
            <ac:spMk id="30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8:38.029" v="464" actId="255"/>
          <ac:spMkLst>
            <pc:docMk/>
            <pc:sldMk cId="0" sldId="268"/>
            <ac:spMk id="33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0:06.393" v="472" actId="1076"/>
          <ac:spMkLst>
            <pc:docMk/>
            <pc:sldMk cId="0" sldId="268"/>
            <ac:spMk id="36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0:10.633" v="473" actId="1076"/>
          <ac:spMkLst>
            <pc:docMk/>
            <pc:sldMk cId="0" sldId="268"/>
            <ac:spMk id="37" creationId="{00000000-0000-0000-0000-000000000000}"/>
          </ac:spMkLst>
        </pc:spChg>
        <pc:spChg chg="mod">
          <ac:chgData name="Udit Yadav" userId="20ca19d0247c62ba" providerId="LiveId" clId="{BA2C1FD0-9AD1-4791-9CD4-1B6B41562316}" dt="2026-04-04T17:54:33.002" v="414" actId="255"/>
          <ac:spMkLst>
            <pc:docMk/>
            <pc:sldMk cId="0" sldId="268"/>
            <ac:spMk id="38" creationId="{00000000-0000-0000-0000-000000000000}"/>
          </ac:spMkLst>
        </pc:spChg>
        <pc:spChg chg="add mod">
          <ac:chgData name="Udit Yadav" userId="20ca19d0247c62ba" providerId="LiveId" clId="{BA2C1FD0-9AD1-4791-9CD4-1B6B41562316}" dt="2026-04-04T17:58:07.459" v="461" actId="1076"/>
          <ac:spMkLst>
            <pc:docMk/>
            <pc:sldMk cId="0" sldId="268"/>
            <ac:spMk id="39" creationId="{C95B7902-AF49-EE44-5D8F-34E606C2BCF5}"/>
          </ac:spMkLst>
        </pc:spChg>
      </pc:sldChg>
      <pc:sldChg chg="addSp delSp modSp mod">
        <pc:chgData name="Udit Yadav" userId="20ca19d0247c62ba" providerId="LiveId" clId="{BA2C1FD0-9AD1-4791-9CD4-1B6B41562316}" dt="2026-04-04T18:02:03.616" v="509" actId="207"/>
        <pc:sldMkLst>
          <pc:docMk/>
          <pc:sldMk cId="0" sldId="269"/>
        </pc:sldMkLst>
        <pc:spChg chg="mod">
          <ac:chgData name="Udit Yadav" userId="20ca19d0247c62ba" providerId="LiveId" clId="{BA2C1FD0-9AD1-4791-9CD4-1B6B41562316}" dt="2026-04-04T18:02:00.267" v="508" actId="207"/>
          <ac:spMkLst>
            <pc:docMk/>
            <pc:sldMk cId="0" sldId="269"/>
            <ac:spMk id="2" creationId="{00000000-0000-0000-0000-000000000000}"/>
          </ac:spMkLst>
        </pc:spChg>
        <pc:spChg chg="mod">
          <ac:chgData name="Udit Yadav" userId="20ca19d0247c62ba" providerId="LiveId" clId="{BA2C1FD0-9AD1-4791-9CD4-1B6B41562316}" dt="2026-04-04T17:37:50.340" v="220" actId="1076"/>
          <ac:spMkLst>
            <pc:docMk/>
            <pc:sldMk cId="0" sldId="269"/>
            <ac:spMk id="3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0:32.887" v="474" actId="255"/>
          <ac:spMkLst>
            <pc:docMk/>
            <pc:sldMk cId="0" sldId="269"/>
            <ac:spMk id="5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1:15.277" v="490" actId="122"/>
          <ac:spMkLst>
            <pc:docMk/>
            <pc:sldMk cId="0" sldId="269"/>
            <ac:spMk id="6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0:40.146" v="476" actId="20577"/>
          <ac:spMkLst>
            <pc:docMk/>
            <pc:sldMk cId="0" sldId="269"/>
            <ac:spMk id="8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1:20.801" v="494" actId="122"/>
          <ac:spMkLst>
            <pc:docMk/>
            <pc:sldMk cId="0" sldId="269"/>
            <ac:spMk id="10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0:32.887" v="474" actId="255"/>
          <ac:spMkLst>
            <pc:docMk/>
            <pc:sldMk cId="0" sldId="269"/>
            <ac:spMk id="11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0:42.654" v="478" actId="20577"/>
          <ac:spMkLst>
            <pc:docMk/>
            <pc:sldMk cId="0" sldId="269"/>
            <ac:spMk id="12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1:45.772" v="507" actId="122"/>
          <ac:spMkLst>
            <pc:docMk/>
            <pc:sldMk cId="0" sldId="269"/>
            <ac:spMk id="14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0:47.338" v="482" actId="20577"/>
          <ac:spMkLst>
            <pc:docMk/>
            <pc:sldMk cId="0" sldId="269"/>
            <ac:spMk id="16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0:32.887" v="474" actId="255"/>
          <ac:spMkLst>
            <pc:docMk/>
            <pc:sldMk cId="0" sldId="269"/>
            <ac:spMk id="17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1:33.645" v="499" actId="122"/>
          <ac:spMkLst>
            <pc:docMk/>
            <pc:sldMk cId="0" sldId="269"/>
            <ac:spMk id="18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0:44.824" v="480" actId="20577"/>
          <ac:spMkLst>
            <pc:docMk/>
            <pc:sldMk cId="0" sldId="269"/>
            <ac:spMk id="20" creationId="{00000000-0000-0000-0000-000000000000}"/>
          </ac:spMkLst>
        </pc:spChg>
        <pc:spChg chg="mod">
          <ac:chgData name="Udit Yadav" userId="20ca19d0247c62ba" providerId="LiveId" clId="{BA2C1FD0-9AD1-4791-9CD4-1B6B41562316}" dt="2026-04-04T18:02:03.616" v="509" actId="207"/>
          <ac:spMkLst>
            <pc:docMk/>
            <pc:sldMk cId="0" sldId="269"/>
            <ac:spMk id="21" creationId="{00000000-0000-0000-0000-000000000000}"/>
          </ac:spMkLst>
        </pc:spChg>
        <pc:spChg chg="add mod">
          <ac:chgData name="Udit Yadav" userId="20ca19d0247c62ba" providerId="LiveId" clId="{BA2C1FD0-9AD1-4791-9CD4-1B6B41562316}" dt="2026-04-04T17:37:19.884" v="217"/>
          <ac:spMkLst>
            <pc:docMk/>
            <pc:sldMk cId="0" sldId="269"/>
            <ac:spMk id="22" creationId="{13C0B316-99A9-0C1D-74E7-67A7F5B99BD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01625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C0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430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 dirty="0">
                <a:solidFill>
                  <a:srgbClr val="FFFFFF"/>
                </a:solidFill>
              </a:rPr>
              <a:t>Movie Recommendation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05156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0" i="0" dirty="0">
                <a:solidFill>
                  <a:srgbClr val="D0D0D0"/>
                </a:solidFill>
              </a:rPr>
              <a:t>A Content-Based Filtering Approach Using TF-IDF &amp; Multiple ML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45720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5343328"/>
            <a:ext cx="4350774" cy="83776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5469821"/>
            <a:ext cx="336459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888888"/>
                </a:solidFill>
              </a:rPr>
              <a:t>📦  Dataset : </a:t>
            </a:r>
            <a:r>
              <a:rPr lang="en-US" sz="1600" dirty="0">
                <a:solidFill>
                  <a:srgbClr val="888888"/>
                </a:solidFill>
              </a:rPr>
              <a:t>tmdb</a:t>
            </a:r>
            <a:r>
              <a:rPr sz="1600" b="0" i="0" dirty="0">
                <a:solidFill>
                  <a:srgbClr val="888888"/>
                </a:solidFill>
              </a:rPr>
              <a:t>_metadata.csv  | </a:t>
            </a:r>
            <a:r>
              <a:rPr lang="en-US" sz="1600" b="0" i="0" dirty="0">
                <a:solidFill>
                  <a:srgbClr val="888888"/>
                </a:solidFill>
              </a:rPr>
              <a:t>       </a:t>
            </a:r>
            <a:r>
              <a:rPr sz="1600" b="0" i="0" dirty="0">
                <a:solidFill>
                  <a:srgbClr val="888888"/>
                </a:solidFill>
              </a:rPr>
              <a:t> </a:t>
            </a:r>
            <a:r>
              <a:rPr lang="en-US" sz="1600" b="0" i="0" dirty="0">
                <a:solidFill>
                  <a:srgbClr val="888888"/>
                </a:solidFill>
              </a:rPr>
              <a:t>                 	</a:t>
            </a:r>
            <a:r>
              <a:rPr sz="1600" b="0" i="0" dirty="0">
                <a:solidFill>
                  <a:srgbClr val="888888"/>
                </a:solidFill>
              </a:rPr>
              <a:t>45,000+ movies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i="0" dirty="0">
                <a:solidFill>
                  <a:srgbClr val="FFFFFF"/>
                </a:solidFill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04672"/>
            <a:ext cx="114300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43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 dirty="0">
                <a:solidFill>
                  <a:srgbClr val="888888"/>
                </a:solidFill>
              </a:rPr>
              <a:t>What are we building and why?</a:t>
            </a:r>
            <a:endParaRPr lang="en-US" sz="2200" b="0" i="0" dirty="0">
              <a:solidFill>
                <a:srgbClr val="888888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3566160" cy="4297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508760"/>
            <a:ext cx="3291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 i="0" dirty="0">
                <a:solidFill>
                  <a:srgbClr val="C00000"/>
                </a:solidFill>
              </a:rPr>
              <a:t>Problem Statement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892808"/>
            <a:ext cx="3291840" cy="1905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984248"/>
            <a:ext cx="3291840" cy="2451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Users are overwhelmed by thousands</a:t>
            </a:r>
            <a:r>
              <a:rPr lang="en-US" sz="2000" dirty="0">
                <a:solidFill>
                  <a:srgbClr val="D0D0D0"/>
                </a:solidFill>
              </a:rPr>
              <a:t> </a:t>
            </a:r>
            <a:r>
              <a:rPr sz="2000" dirty="0">
                <a:solidFill>
                  <a:srgbClr val="D0D0D0"/>
                </a:solidFill>
              </a:rPr>
              <a:t>of movie choices.</a:t>
            </a:r>
          </a:p>
          <a:p>
            <a:pPr algn="l">
              <a:spcBef>
                <a:spcPts val="400"/>
              </a:spcBef>
            </a:pPr>
            <a:endParaRPr sz="20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We need a smart system that</a:t>
            </a: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recommends similar movies based</a:t>
            </a:r>
            <a:r>
              <a:rPr lang="en-US" sz="2000" dirty="0">
                <a:solidFill>
                  <a:srgbClr val="D0D0D0"/>
                </a:solidFill>
              </a:rPr>
              <a:t> </a:t>
            </a:r>
            <a:r>
              <a:rPr sz="2000" dirty="0">
                <a:solidFill>
                  <a:srgbClr val="D0D0D0"/>
                </a:solidFill>
              </a:rPr>
              <a:t>on what a user already likes.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417320"/>
            <a:ext cx="3566160" cy="4297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89119" y="1508760"/>
            <a:ext cx="3291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 i="0" dirty="0">
                <a:solidFill>
                  <a:srgbClr val="C00000"/>
                </a:solidFill>
              </a:rPr>
              <a:t>Our Solution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19" y="1892808"/>
            <a:ext cx="3291840" cy="1905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9119" y="1984248"/>
            <a:ext cx="3291840" cy="2503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Content-Based Filtering using</a:t>
            </a: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TF-IDF vectorization on movie</a:t>
            </a: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metadata (overview + genres +</a:t>
            </a:r>
            <a:r>
              <a:rPr lang="en-US" sz="2000" dirty="0">
                <a:solidFill>
                  <a:srgbClr val="D0D0D0"/>
                </a:solidFill>
              </a:rPr>
              <a:t> </a:t>
            </a:r>
            <a:r>
              <a:rPr sz="2000" dirty="0">
                <a:solidFill>
                  <a:srgbClr val="D0D0D0"/>
                </a:solidFill>
              </a:rPr>
              <a:t>tagline).</a:t>
            </a:r>
          </a:p>
          <a:p>
            <a:pPr algn="l">
              <a:spcBef>
                <a:spcPts val="400"/>
              </a:spcBef>
            </a:pPr>
            <a:endParaRPr sz="20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Four ML models are trained &amp;</a:t>
            </a: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compared for accuracy.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417320"/>
            <a:ext cx="3566160" cy="4297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1508760"/>
            <a:ext cx="3291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 i="0">
                <a:solidFill>
                  <a:srgbClr val="C00000"/>
                </a:solidFill>
              </a:rPr>
              <a:t>Dataset</a:t>
            </a:r>
            <a:endParaRPr sz="2300" b="1" i="0" dirty="0">
              <a:solidFill>
                <a:srgbClr val="C00000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366760" y="1892808"/>
            <a:ext cx="3291840" cy="1905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1984248"/>
            <a:ext cx="32918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Source: TMDB </a:t>
            </a:r>
            <a:r>
              <a:rPr lang="en-US" sz="2000" dirty="0">
                <a:solidFill>
                  <a:srgbClr val="D0D0D0"/>
                </a:solidFill>
              </a:rPr>
              <a:t>tmdb</a:t>
            </a:r>
            <a:r>
              <a:rPr sz="2000" dirty="0">
                <a:solidFill>
                  <a:srgbClr val="D0D0D0"/>
                </a:solidFill>
              </a:rPr>
              <a:t>_metadata.csv</a:t>
            </a: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Size : 45,466 movies (raw)</a:t>
            </a: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After cleaning : ~45,447 movies</a:t>
            </a:r>
          </a:p>
          <a:p>
            <a:pPr algn="l">
              <a:spcBef>
                <a:spcPts val="400"/>
              </a:spcBef>
            </a:pPr>
            <a:endParaRPr sz="20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Features used:</a:t>
            </a: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• title   </a:t>
            </a:r>
            <a:r>
              <a:rPr lang="en-US" sz="2000" dirty="0">
                <a:solidFill>
                  <a:srgbClr val="D0D0D0"/>
                </a:solidFill>
              </a:rPr>
              <a:t>          </a:t>
            </a:r>
            <a:r>
              <a:rPr sz="2000" dirty="0">
                <a:solidFill>
                  <a:srgbClr val="D0D0D0"/>
                </a:solidFill>
              </a:rPr>
              <a:t>• overview</a:t>
            </a: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• genres  </a:t>
            </a:r>
            <a:r>
              <a:rPr lang="en-US" sz="2000" dirty="0">
                <a:solidFill>
                  <a:srgbClr val="D0D0D0"/>
                </a:solidFill>
              </a:rPr>
              <a:t>      </a:t>
            </a:r>
            <a:r>
              <a:rPr sz="2000" dirty="0">
                <a:solidFill>
                  <a:srgbClr val="D0D0D0"/>
                </a:solidFill>
              </a:rPr>
              <a:t>• tagline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i="0" dirty="0">
                <a:solidFill>
                  <a:srgbClr val="FFFFFF"/>
                </a:solidFill>
              </a:rPr>
              <a:t>Implementation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04672"/>
            <a:ext cx="114300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43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 dirty="0">
                <a:solidFill>
                  <a:srgbClr val="888888"/>
                </a:solidFill>
              </a:rPr>
              <a:t>Step-by-step workflow from raw data to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00200"/>
            <a:ext cx="146304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04088" y="1691640"/>
            <a:ext cx="457200" cy="41148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691640"/>
            <a:ext cx="457200" cy="411480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194560"/>
            <a:ext cx="1316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 b="1" i="0" dirty="0">
                <a:solidFill>
                  <a:srgbClr val="E50914"/>
                </a:solidFill>
              </a:rPr>
              <a:t>Load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651760"/>
            <a:ext cx="131673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450" b="0" i="0" dirty="0">
                <a:solidFill>
                  <a:srgbClr val="D0D0D0"/>
                </a:solidFill>
              </a:rPr>
              <a:t>Read CSV
</a:t>
            </a:r>
            <a:r>
              <a:rPr lang="en-IN" sz="1450" dirty="0">
                <a:solidFill>
                  <a:srgbClr val="D0D0D0"/>
                </a:solidFill>
              </a:rPr>
              <a:t>tmdb</a:t>
            </a:r>
            <a:r>
              <a:rPr lang="en-IN" sz="1450" b="0" i="0" dirty="0">
                <a:solidFill>
                  <a:srgbClr val="D0D0D0"/>
                </a:solidFill>
              </a:rPr>
              <a:t>_metadata.csv</a:t>
            </a:r>
            <a:endParaRPr sz="1450" b="0" i="0" dirty="0">
              <a:solidFill>
                <a:srgbClr val="D0D0D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64208" y="251460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50914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600200"/>
            <a:ext cx="146304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331720" y="1691640"/>
            <a:ext cx="457200" cy="41148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31720" y="1691640"/>
            <a:ext cx="457200" cy="411480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1952" y="2194560"/>
            <a:ext cx="1316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 b="1" i="0">
                <a:solidFill>
                  <a:srgbClr val="E50914"/>
                </a:solidFill>
              </a:rPr>
              <a:t>Clean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1952" y="2651760"/>
            <a:ext cx="131673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0" i="0" dirty="0">
                <a:solidFill>
                  <a:srgbClr val="D0D0D0"/>
                </a:solidFill>
              </a:rPr>
              <a:t>Drop duplicates
Handle nulls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51460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50914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56432" y="1600200"/>
            <a:ext cx="146304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959352" y="1691640"/>
            <a:ext cx="457200" cy="41148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59352" y="1691640"/>
            <a:ext cx="457200" cy="411480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9584" y="2194560"/>
            <a:ext cx="1316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 b="1" i="0">
                <a:solidFill>
                  <a:srgbClr val="E50914"/>
                </a:solidFill>
              </a:rPr>
              <a:t>Feature Eng.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2651760"/>
            <a:ext cx="138988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0" i="0" dirty="0">
                <a:solidFill>
                  <a:srgbClr val="D0D0D0"/>
                </a:solidFill>
              </a:rPr>
              <a:t>Combine overview</a:t>
            </a:r>
            <a:r>
              <a:rPr lang="en-US" sz="1450" b="0" i="0" dirty="0">
                <a:solidFill>
                  <a:srgbClr val="D0D0D0"/>
                </a:solidFill>
              </a:rPr>
              <a:t> +</a:t>
            </a:r>
            <a:r>
              <a:rPr sz="1450" b="0" i="0" dirty="0">
                <a:solidFill>
                  <a:srgbClr val="D0D0D0"/>
                </a:solidFill>
              </a:rPr>
              <a:t>
genres + tagline → tags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19472" y="251460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50914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4064" y="1600200"/>
            <a:ext cx="146304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586984" y="1691640"/>
            <a:ext cx="457200" cy="41148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86984" y="1691640"/>
            <a:ext cx="457200" cy="411480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57216" y="2194560"/>
            <a:ext cx="1316736" cy="330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 b="1" i="0">
                <a:solidFill>
                  <a:srgbClr val="E50914"/>
                </a:solidFill>
              </a:rPr>
              <a:t>NLP Pre-proc.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57216" y="2651760"/>
            <a:ext cx="1316736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0" i="0" dirty="0">
                <a:solidFill>
                  <a:srgbClr val="D0D0D0"/>
                </a:solidFill>
              </a:rPr>
              <a:t>Lowercase, remove </a:t>
            </a:r>
            <a:r>
              <a:rPr sz="1450" b="0" i="0" dirty="0" err="1">
                <a:solidFill>
                  <a:srgbClr val="D0D0D0"/>
                </a:solidFill>
              </a:rPr>
              <a:t>punct</a:t>
            </a:r>
            <a:r>
              <a:rPr sz="1450" b="0" i="0" dirty="0">
                <a:solidFill>
                  <a:srgbClr val="D0D0D0"/>
                </a:solidFill>
              </a:rPr>
              <a:t>.,
</a:t>
            </a:r>
            <a:r>
              <a:rPr sz="1450" b="0" i="0" dirty="0" err="1">
                <a:solidFill>
                  <a:srgbClr val="D0D0D0"/>
                </a:solidFill>
              </a:rPr>
              <a:t>stopwords</a:t>
            </a:r>
            <a:r>
              <a:rPr sz="1450" b="0" i="0" dirty="0">
                <a:solidFill>
                  <a:srgbClr val="D0D0D0"/>
                </a:solidFill>
              </a:rPr>
              <a:t>, lemmatize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251460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50914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11696" y="1600200"/>
            <a:ext cx="146304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214616" y="1691640"/>
            <a:ext cx="457200" cy="41148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14616" y="1691640"/>
            <a:ext cx="457200" cy="411480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4848" y="2194560"/>
            <a:ext cx="1316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 b="1" i="0">
                <a:solidFill>
                  <a:srgbClr val="E50914"/>
                </a:solidFill>
              </a:rPr>
              <a:t>TF-IDF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4848" y="2651760"/>
            <a:ext cx="1316736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0" i="0" dirty="0">
                <a:solidFill>
                  <a:srgbClr val="D0D0D0"/>
                </a:solidFill>
              </a:rPr>
              <a:t>Vectorize tags
(50k features)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74736" y="251460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50914"/>
                </a:solidFill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39328" y="1600200"/>
            <a:ext cx="146304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842248" y="1691640"/>
            <a:ext cx="457200" cy="41148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842248" y="1691640"/>
            <a:ext cx="457200" cy="411480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2194560"/>
            <a:ext cx="1316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 b="1" i="0">
                <a:solidFill>
                  <a:srgbClr val="E50914"/>
                </a:solidFill>
              </a:rPr>
              <a:t>4 ML Models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2651760"/>
            <a:ext cx="131673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450" dirty="0">
                <a:solidFill>
                  <a:srgbClr val="D0D0D0"/>
                </a:solidFill>
              </a:rPr>
              <a:t>· </a:t>
            </a:r>
            <a:r>
              <a:rPr sz="1450" b="0" i="0" dirty="0">
                <a:solidFill>
                  <a:srgbClr val="D0D0D0"/>
                </a:solidFill>
              </a:rPr>
              <a:t>Cosine </a:t>
            </a:r>
            <a:endParaRPr lang="en-US" sz="1450" dirty="0">
              <a:solidFill>
                <a:srgbClr val="D0D0D0"/>
              </a:solidFill>
            </a:endParaRPr>
          </a:p>
          <a:p>
            <a:pPr algn="ctr"/>
            <a:r>
              <a:rPr sz="1450" b="0" i="0" dirty="0">
                <a:solidFill>
                  <a:srgbClr val="D0D0D0"/>
                </a:solidFill>
              </a:rPr>
              <a:t>· KNN</a:t>
            </a:r>
            <a:endParaRPr lang="en-US" sz="1450" dirty="0">
              <a:solidFill>
                <a:srgbClr val="D0D0D0"/>
              </a:solidFill>
            </a:endParaRPr>
          </a:p>
          <a:p>
            <a:pPr algn="ctr"/>
            <a:r>
              <a:rPr lang="en-IN" sz="1450" dirty="0">
                <a:solidFill>
                  <a:srgbClr val="D0D0D0"/>
                </a:solidFill>
              </a:rPr>
              <a:t>· </a:t>
            </a:r>
            <a:r>
              <a:rPr sz="1450" b="0" i="0" dirty="0">
                <a:solidFill>
                  <a:srgbClr val="D0D0D0"/>
                </a:solidFill>
              </a:rPr>
              <a:t>Sigmoid </a:t>
            </a:r>
            <a:endParaRPr lang="en-US" sz="1450" b="0" i="0" dirty="0">
              <a:solidFill>
                <a:srgbClr val="D0D0D0"/>
              </a:solidFill>
            </a:endParaRPr>
          </a:p>
          <a:p>
            <a:pPr algn="ctr"/>
            <a:r>
              <a:rPr sz="1450" b="0" i="0" dirty="0">
                <a:solidFill>
                  <a:srgbClr val="D0D0D0"/>
                </a:solidFill>
              </a:rPr>
              <a:t>· K-Means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02368" y="251460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50914"/>
                </a:solidFill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66960" y="1600200"/>
            <a:ext cx="146304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0469880" y="1691640"/>
            <a:ext cx="457200" cy="41148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469880" y="1691640"/>
            <a:ext cx="457200" cy="411480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sz="1500" b="1" i="0" dirty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40112" y="2194560"/>
            <a:ext cx="13167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 b="1" i="0">
                <a:solidFill>
                  <a:srgbClr val="E50914"/>
                </a:solidFill>
              </a:rPr>
              <a:t>Evaluate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40112" y="2651760"/>
            <a:ext cx="131673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0" i="0" dirty="0">
                <a:solidFill>
                  <a:srgbClr val="D0D0D0"/>
                </a:solidFill>
              </a:rPr>
              <a:t>Confusion Matrix
&amp; Metrics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1168" y="4656328"/>
            <a:ext cx="11430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 dirty="0">
                <a:solidFill>
                  <a:srgbClr val="888888"/>
                </a:solidFill>
              </a:rPr>
              <a:t>★  TF-IDF Vector Model:  Tags are transformed into sparse 45447×50000 matrix – the foundation for ALL four models below.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i="0" dirty="0">
                <a:solidFill>
                  <a:srgbClr val="FFFFFF"/>
                </a:solidFill>
              </a:rPr>
              <a:t>Vector Representation : TF-IDF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04672"/>
            <a:ext cx="114300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43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 dirty="0">
                <a:solidFill>
                  <a:srgbClr val="888888"/>
                </a:solidFill>
              </a:rPr>
              <a:t>The core text model powering all four recommendation algorithms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417320"/>
            <a:ext cx="5760720" cy="4937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54864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 dirty="0">
                <a:solidFill>
                  <a:srgbClr val="E50914"/>
                </a:solidFill>
              </a:rPr>
              <a:t>How it works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54864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965960"/>
            <a:ext cx="5486400" cy="33752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• TF-IDF = Term Frequency × Inverse Document Frequency</a:t>
            </a: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• Assigns higher weight to rare but important words</a:t>
            </a:r>
            <a:r>
              <a:rPr lang="en-US" sz="2000" dirty="0">
                <a:solidFill>
                  <a:srgbClr val="D0D0D0"/>
                </a:solidFill>
              </a:rPr>
              <a:t> </a:t>
            </a:r>
            <a:r>
              <a:rPr sz="2000" dirty="0">
                <a:solidFill>
                  <a:srgbClr val="D0D0D0"/>
                </a:solidFill>
              </a:rPr>
              <a:t>(e.g., 'dystopian', 'heist') and </a:t>
            </a:r>
            <a:r>
              <a:rPr sz="2000" dirty="0" err="1">
                <a:solidFill>
                  <a:srgbClr val="D0D0D0"/>
                </a:solidFill>
              </a:rPr>
              <a:t>downweights</a:t>
            </a:r>
            <a:r>
              <a:rPr sz="2000" dirty="0">
                <a:solidFill>
                  <a:srgbClr val="D0D0D0"/>
                </a:solidFill>
              </a:rPr>
              <a:t> common</a:t>
            </a:r>
            <a:r>
              <a:rPr lang="en-US" sz="2000" dirty="0">
                <a:solidFill>
                  <a:srgbClr val="D0D0D0"/>
                </a:solidFill>
              </a:rPr>
              <a:t> </a:t>
            </a:r>
            <a:r>
              <a:rPr sz="2000" dirty="0">
                <a:solidFill>
                  <a:srgbClr val="D0D0D0"/>
                </a:solidFill>
              </a:rPr>
              <a:t>words (e.g., 'movie', 'story').</a:t>
            </a:r>
            <a:endParaRPr lang="en-US" sz="20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endParaRPr sz="20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• Input  → combined 'tags' column  (overview + genres + tagline)</a:t>
            </a: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• Output → sparse matrix  [45,447 movies × 50,000 features]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5669280" cy="4937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1463040"/>
            <a:ext cx="539496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 dirty="0">
                <a:solidFill>
                  <a:srgbClr val="E50914"/>
                </a:solidFill>
              </a:rPr>
              <a:t>Advantages &amp; Stats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874519"/>
            <a:ext cx="539496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965960"/>
            <a:ext cx="5394960" cy="4298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Why TF-IDF over simple Bag-of-Words?</a:t>
            </a:r>
          </a:p>
          <a:p>
            <a:pPr algn="l">
              <a:spcBef>
                <a:spcPts val="400"/>
              </a:spcBef>
            </a:pPr>
            <a:endParaRPr sz="20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✔  Eliminates noisy, high-frequency words</a:t>
            </a: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✔  Surfaces genre-defining, plot-specific terms</a:t>
            </a: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✔  Produces compact, meaningful numeric vectors</a:t>
            </a: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✔  Scales efficiently to 45k+ documents</a:t>
            </a:r>
          </a:p>
          <a:p>
            <a:pPr algn="l">
              <a:spcBef>
                <a:spcPts val="400"/>
              </a:spcBef>
            </a:pPr>
            <a:endParaRPr sz="20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Result Matrix Shape:</a:t>
            </a:r>
            <a:r>
              <a:rPr lang="en-US" sz="2000" dirty="0">
                <a:solidFill>
                  <a:srgbClr val="D0D0D0"/>
                </a:solidFill>
              </a:rPr>
              <a:t> </a:t>
            </a:r>
            <a:r>
              <a:rPr sz="2000" dirty="0">
                <a:solidFill>
                  <a:srgbClr val="D0D0D0"/>
                </a:solidFill>
              </a:rPr>
              <a:t>(45447,  50000)</a:t>
            </a:r>
          </a:p>
          <a:p>
            <a:pPr algn="l">
              <a:spcBef>
                <a:spcPts val="400"/>
              </a:spcBef>
            </a:pPr>
            <a:endParaRPr sz="20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Stored as:   </a:t>
            </a:r>
            <a:r>
              <a:rPr sz="2000" dirty="0" err="1">
                <a:solidFill>
                  <a:srgbClr val="D0D0D0"/>
                </a:solidFill>
              </a:rPr>
              <a:t>tfidf_matrix.pkl</a:t>
            </a:r>
            <a:endParaRPr sz="20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sz="2000" dirty="0">
                <a:solidFill>
                  <a:srgbClr val="D0D0D0"/>
                </a:solidFill>
              </a:rPr>
              <a:t>Vectorizer:  </a:t>
            </a:r>
            <a:r>
              <a:rPr sz="2000" dirty="0" err="1">
                <a:solidFill>
                  <a:srgbClr val="D0D0D0"/>
                </a:solidFill>
              </a:rPr>
              <a:t>tfidf.pkl</a:t>
            </a:r>
            <a:endParaRPr sz="2000" dirty="0">
              <a:solidFill>
                <a:srgbClr val="D0D0D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i="0" dirty="0">
                <a:solidFill>
                  <a:srgbClr val="FFFFFF"/>
                </a:solidFill>
              </a:rPr>
              <a:t>Models Used  — 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04672"/>
            <a:ext cx="114300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43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 dirty="0">
                <a:solidFill>
                  <a:srgbClr val="888888"/>
                </a:solidFill>
              </a:rPr>
              <a:t>Four distinct algorithms built on the same TF-IDF representation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269748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2697480" cy="32004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554480"/>
            <a:ext cx="2697480" cy="369332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</a:rPr>
              <a:t>Model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25146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dirty="0">
                <a:solidFill>
                  <a:srgbClr val="E50914"/>
                </a:solidFill>
              </a:rPr>
              <a:t>Cosine Similarity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33472"/>
            <a:ext cx="25146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724912"/>
            <a:ext cx="25146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D0D0D0"/>
                </a:solidFill>
              </a:rPr>
              <a:t>Computes angle between
two TF-IDF vectors.
Range: 0 (different) </a:t>
            </a:r>
            <a:endParaRPr lang="en-US" sz="2000" b="0" i="0" dirty="0">
              <a:solidFill>
                <a:srgbClr val="D0D0D0"/>
              </a:solidFill>
            </a:endParaRPr>
          </a:p>
          <a:p>
            <a:pPr algn="l"/>
            <a:r>
              <a:rPr sz="2000" b="0" i="0" dirty="0">
                <a:solidFill>
                  <a:srgbClr val="D0D0D0"/>
                </a:solidFill>
              </a:rPr>
              <a:t>→ 1 (identical).
Fastest &amp; most</a:t>
            </a:r>
            <a:r>
              <a:rPr lang="en-US" sz="2000" b="0" i="0" dirty="0">
                <a:solidFill>
                  <a:srgbClr val="D0D0D0"/>
                </a:solidFill>
              </a:rPr>
              <a:t> </a:t>
            </a:r>
            <a:r>
              <a:rPr sz="2000" b="0" i="0" dirty="0">
                <a:solidFill>
                  <a:srgbClr val="D0D0D0"/>
                </a:solidFill>
              </a:rPr>
              <a:t>common.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1554480"/>
            <a:ext cx="269748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18688" y="1554480"/>
            <a:ext cx="2697480" cy="32004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18688" y="1554480"/>
            <a:ext cx="2697480" cy="369332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</a:rPr>
              <a:t>Model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1920240"/>
            <a:ext cx="268833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 dirty="0">
                <a:solidFill>
                  <a:srgbClr val="E50914"/>
                </a:solidFill>
              </a:rPr>
              <a:t>KNN
(K-Nearest Neighbors)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2633472"/>
            <a:ext cx="25146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10128" y="2724912"/>
            <a:ext cx="25146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D0D0D0"/>
                </a:solidFill>
              </a:rPr>
              <a:t>Finds 10 nearest </a:t>
            </a:r>
            <a:r>
              <a:rPr sz="2000" b="0" i="0" dirty="0" err="1">
                <a:solidFill>
                  <a:srgbClr val="D0D0D0"/>
                </a:solidFill>
              </a:rPr>
              <a:t>neighbours</a:t>
            </a:r>
            <a:r>
              <a:rPr lang="en-US" sz="2000" dirty="0">
                <a:solidFill>
                  <a:srgbClr val="D0D0D0"/>
                </a:solidFill>
              </a:rPr>
              <a:t> </a:t>
            </a:r>
            <a:r>
              <a:rPr sz="2000" b="0" i="0" dirty="0">
                <a:solidFill>
                  <a:srgbClr val="D0D0D0"/>
                </a:solidFill>
              </a:rPr>
              <a:t>in vector space using cosine
distance.
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3056" y="1554480"/>
            <a:ext cx="269748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056" y="1554480"/>
            <a:ext cx="2697480" cy="32004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63056" y="1554480"/>
            <a:ext cx="2697480" cy="369332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</a:rPr>
              <a:t>Model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1920240"/>
            <a:ext cx="2514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dirty="0">
                <a:solidFill>
                  <a:srgbClr val="E50914"/>
                </a:solidFill>
              </a:rPr>
              <a:t>Sigmoid Kernel
(SVM-based)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54496" y="2633472"/>
            <a:ext cx="25146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54496" y="2724912"/>
            <a:ext cx="25146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D0D0D0"/>
                </a:solidFill>
              </a:rPr>
              <a:t>Non-linear kernel similarity</a:t>
            </a:r>
            <a:r>
              <a:rPr lang="en-US" sz="2000" b="0" i="0" dirty="0">
                <a:solidFill>
                  <a:srgbClr val="D0D0D0"/>
                </a:solidFill>
              </a:rPr>
              <a:t> </a:t>
            </a:r>
            <a:r>
              <a:rPr sz="2000" b="0" i="0" dirty="0">
                <a:solidFill>
                  <a:srgbClr val="D0D0D0"/>
                </a:solidFill>
              </a:rPr>
              <a:t>from kernel trick.
</a:t>
            </a:r>
            <a:r>
              <a:rPr sz="2000" b="0" i="0" dirty="0" err="1">
                <a:solidFill>
                  <a:srgbClr val="D0D0D0"/>
                </a:solidFill>
              </a:rPr>
              <a:t>sigmoid_kernel</a:t>
            </a:r>
            <a:r>
              <a:rPr sz="2000" b="0" i="0" dirty="0">
                <a:solidFill>
                  <a:srgbClr val="D0D0D0"/>
                </a:solidFill>
              </a:rPr>
              <a:t>() applied</a:t>
            </a:r>
            <a:r>
              <a:rPr lang="en-US" sz="2000" b="0" i="0" dirty="0">
                <a:solidFill>
                  <a:srgbClr val="D0D0D0"/>
                </a:solidFill>
              </a:rPr>
              <a:t> </a:t>
            </a:r>
            <a:r>
              <a:rPr sz="2000" b="0" i="0" dirty="0">
                <a:solidFill>
                  <a:srgbClr val="D0D0D0"/>
                </a:solidFill>
              </a:rPr>
              <a:t>row-vs-matrix.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07424" y="1554480"/>
            <a:ext cx="2697480" cy="41148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107424" y="1554480"/>
            <a:ext cx="2697480" cy="32004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07424" y="1554480"/>
            <a:ext cx="2697480" cy="369332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</a:rPr>
              <a:t>Model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4" y="1920240"/>
            <a:ext cx="2514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dirty="0">
                <a:solidFill>
                  <a:srgbClr val="E50914"/>
                </a:solidFill>
              </a:rPr>
              <a:t>K-Means Clustering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98864" y="2633472"/>
            <a:ext cx="25146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98864" y="2724912"/>
            <a:ext cx="25146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D0D0D0"/>
                </a:solidFill>
              </a:rPr>
              <a:t>Groups all 45k movies into</a:t>
            </a:r>
            <a:r>
              <a:rPr lang="en-US" sz="2000" b="0" i="0" dirty="0">
                <a:solidFill>
                  <a:srgbClr val="D0D0D0"/>
                </a:solidFill>
              </a:rPr>
              <a:t> </a:t>
            </a:r>
            <a:r>
              <a:rPr sz="2000" b="0" i="0" dirty="0">
                <a:solidFill>
                  <a:srgbClr val="D0D0D0"/>
                </a:solidFill>
              </a:rPr>
              <a:t>20 clusters.
Recommends movies from the</a:t>
            </a:r>
            <a:r>
              <a:rPr lang="en-US" sz="2000" b="0" i="0" dirty="0">
                <a:solidFill>
                  <a:srgbClr val="D0D0D0"/>
                </a:solidFill>
              </a:rPr>
              <a:t> </a:t>
            </a:r>
            <a:r>
              <a:rPr sz="2000" b="0" i="0" dirty="0">
                <a:solidFill>
                  <a:srgbClr val="D0D0D0"/>
                </a:solidFill>
              </a:rPr>
              <a:t>same cluster as input.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i="0" dirty="0">
                <a:solidFill>
                  <a:srgbClr val="FFFFFF"/>
                </a:solidFill>
              </a:rPr>
              <a:t>Model 1: Cosine Similarity  (TF-IDF)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04672"/>
            <a:ext cx="114300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" y="1234440"/>
            <a:ext cx="502920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47548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 dirty="0">
                <a:solidFill>
                  <a:srgbClr val="E50914"/>
                </a:solidFill>
              </a:rPr>
              <a:t>How it works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475488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783080"/>
            <a:ext cx="4754880" cy="3821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900" dirty="0">
                <a:solidFill>
                  <a:srgbClr val="D0D0D0"/>
                </a:solidFill>
              </a:rPr>
              <a:t>1. Compute cosine similarity between the</a:t>
            </a:r>
          </a:p>
          <a:p>
            <a:pPr algn="l">
              <a:spcBef>
                <a:spcPts val="400"/>
              </a:spcBef>
            </a:pPr>
            <a:r>
              <a:rPr sz="1900" dirty="0">
                <a:solidFill>
                  <a:srgbClr val="D0D0D0"/>
                </a:solidFill>
              </a:rPr>
              <a:t>   query movie vector and ALL other movie</a:t>
            </a:r>
          </a:p>
          <a:p>
            <a:pPr algn="l">
              <a:spcBef>
                <a:spcPts val="400"/>
              </a:spcBef>
            </a:pPr>
            <a:r>
              <a:rPr sz="1900" dirty="0">
                <a:solidFill>
                  <a:srgbClr val="D0D0D0"/>
                </a:solidFill>
              </a:rPr>
              <a:t>   vectors in the TF-IDF matrix.</a:t>
            </a:r>
          </a:p>
          <a:p>
            <a:pPr algn="l">
              <a:spcBef>
                <a:spcPts val="400"/>
              </a:spcBef>
            </a:pPr>
            <a:endParaRPr sz="19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sz="1900" dirty="0">
                <a:solidFill>
                  <a:srgbClr val="D0D0D0"/>
                </a:solidFill>
              </a:rPr>
              <a:t>2. Sort similarity scores in descending order.</a:t>
            </a:r>
          </a:p>
          <a:p>
            <a:pPr algn="l">
              <a:spcBef>
                <a:spcPts val="400"/>
              </a:spcBef>
            </a:pPr>
            <a:endParaRPr sz="19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sz="1900" dirty="0">
                <a:solidFill>
                  <a:srgbClr val="D0D0D0"/>
                </a:solidFill>
              </a:rPr>
              <a:t>3. Return top-10 most similar movies</a:t>
            </a:r>
          </a:p>
          <a:p>
            <a:pPr algn="l">
              <a:spcBef>
                <a:spcPts val="400"/>
              </a:spcBef>
            </a:pPr>
            <a:r>
              <a:rPr sz="1900" dirty="0">
                <a:solidFill>
                  <a:srgbClr val="D0D0D0"/>
                </a:solidFill>
              </a:rPr>
              <a:t>   (excluding the query itself).</a:t>
            </a:r>
          </a:p>
          <a:p>
            <a:pPr algn="l">
              <a:spcBef>
                <a:spcPts val="400"/>
              </a:spcBef>
            </a:pPr>
            <a:endParaRPr sz="19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sz="1900" dirty="0">
                <a:solidFill>
                  <a:srgbClr val="D0D0D0"/>
                </a:solidFill>
              </a:rPr>
              <a:t>• Library  : </a:t>
            </a:r>
            <a:r>
              <a:rPr sz="1900" dirty="0" err="1">
                <a:solidFill>
                  <a:srgbClr val="D0D0D0"/>
                </a:solidFill>
              </a:rPr>
              <a:t>sklearn.metrics.pairwise</a:t>
            </a:r>
            <a:endParaRPr sz="19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sz="1900" dirty="0">
                <a:solidFill>
                  <a:srgbClr val="D0D0D0"/>
                </a:solidFill>
              </a:rPr>
              <a:t>             </a:t>
            </a:r>
            <a:r>
              <a:rPr sz="1900" dirty="0" err="1">
                <a:solidFill>
                  <a:srgbClr val="D0D0D0"/>
                </a:solidFill>
              </a:rPr>
              <a:t>cosine_similarity</a:t>
            </a:r>
            <a:r>
              <a:rPr sz="1900" dirty="0">
                <a:solidFill>
                  <a:srgbClr val="D0D0D0"/>
                </a:solidFill>
              </a:rPr>
              <a:t>()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1234440"/>
            <a:ext cx="320040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23560" y="1280160"/>
            <a:ext cx="29260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 dirty="0">
                <a:solidFill>
                  <a:srgbClr val="E50914"/>
                </a:solidFill>
              </a:rPr>
              <a:t>Key Formula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691640"/>
            <a:ext cx="292608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23560" y="1783080"/>
            <a:ext cx="2926080" cy="3980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cos(θ) = (A · B) / (‖A‖ × ‖B‖)</a:t>
            </a:r>
          </a:p>
          <a:p>
            <a:pPr algn="l">
              <a:spcBef>
                <a:spcPts val="400"/>
              </a:spcBef>
            </a:pP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• A, B  →  TF-IDF row vectors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• ·     →  dot product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• ‖·‖   →  L2 norm</a:t>
            </a:r>
          </a:p>
          <a:p>
            <a:pPr algn="l">
              <a:spcBef>
                <a:spcPts val="400"/>
              </a:spcBef>
            </a:pP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Score range: 0 → 1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0 = completely different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1 = identical</a:t>
            </a:r>
          </a:p>
          <a:p>
            <a:pPr algn="l">
              <a:spcBef>
                <a:spcPts val="400"/>
              </a:spcBef>
            </a:pP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Threshold: none required —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rank by score directly.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1234440"/>
            <a:ext cx="306324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15400" y="1258961"/>
            <a:ext cx="29260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 dirty="0">
                <a:solidFill>
                  <a:srgbClr val="E50914"/>
                </a:solidFill>
              </a:rPr>
              <a:t>Sample Output  (Avatar)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1892807"/>
            <a:ext cx="283464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D0D0D0"/>
                </a:solidFill>
              </a:rPr>
              <a:t>1. Avatar 2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D0D0D0"/>
                </a:solidFill>
              </a:rPr>
              <a:t>2. The Inhabited Island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D0D0D0"/>
                </a:solidFill>
              </a:rPr>
              <a:t>3. Thor: Ragnarok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D0D0D0"/>
                </a:solidFill>
              </a:rPr>
              <a:t>4. </a:t>
            </a:r>
            <a:r>
              <a:rPr lang="en-US" dirty="0" err="1">
                <a:solidFill>
                  <a:srgbClr val="D0D0D0"/>
                </a:solidFill>
              </a:rPr>
              <a:t>Moontrap</a:t>
            </a:r>
            <a:r>
              <a:rPr lang="en-US" dirty="0">
                <a:solidFill>
                  <a:srgbClr val="D0D0D0"/>
                </a:solidFill>
              </a:rPr>
              <a:t>: Target Earth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D0D0D0"/>
                </a:solidFill>
              </a:rPr>
              <a:t>5. The Three Musketeers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D0D0D0"/>
                </a:solidFill>
              </a:rPr>
              <a:t>6. A Trip to the Moon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D0D0D0"/>
                </a:solidFill>
              </a:rPr>
              <a:t>7. Nightmare City 2035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D0D0D0"/>
                </a:solidFill>
              </a:rPr>
              <a:t>8. France société anonyme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D0D0D0"/>
                </a:solidFill>
              </a:rPr>
              <a:t>9. Désiré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D0D0D0"/>
                </a:solidFill>
              </a:rPr>
              <a:t>10. Stand by Me Doraemon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AEA33C-CA98-4B3B-FB15-BCE79FD94669}"/>
              </a:ext>
            </a:extLst>
          </p:cNvPr>
          <p:cNvSpPr/>
          <p:nvPr/>
        </p:nvSpPr>
        <p:spPr>
          <a:xfrm>
            <a:off x="8938260" y="1692951"/>
            <a:ext cx="292608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i="0" dirty="0">
                <a:solidFill>
                  <a:srgbClr val="FFFFFF"/>
                </a:solidFill>
              </a:rPr>
              <a:t>Model 2: K-Nearest Neighbors (KNN)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04672"/>
            <a:ext cx="114300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" y="1234440"/>
            <a:ext cx="502920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12377" y="1280160"/>
            <a:ext cx="490826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100" b="1" i="0" dirty="0">
                <a:solidFill>
                  <a:srgbClr val="E50914"/>
                </a:solidFill>
              </a:rPr>
              <a:t>How it works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475488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783080"/>
            <a:ext cx="4754880" cy="4508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lang="en-US" sz="1900" dirty="0">
                <a:solidFill>
                  <a:srgbClr val="D0D0D0"/>
                </a:solidFill>
              </a:rPr>
              <a:t>1. Fit </a:t>
            </a:r>
            <a:r>
              <a:rPr lang="en-US" sz="1900" dirty="0" err="1">
                <a:solidFill>
                  <a:srgbClr val="D0D0D0"/>
                </a:solidFill>
              </a:rPr>
              <a:t>NearestNeighbors</a:t>
            </a:r>
            <a:r>
              <a:rPr lang="en-US" sz="1900" dirty="0">
                <a:solidFill>
                  <a:srgbClr val="D0D0D0"/>
                </a:solidFill>
              </a:rPr>
              <a:t> model on the</a:t>
            </a:r>
          </a:p>
          <a:p>
            <a:pPr algn="l">
              <a:spcBef>
                <a:spcPts val="400"/>
              </a:spcBef>
            </a:pPr>
            <a:r>
              <a:rPr lang="en-US" sz="1900" dirty="0">
                <a:solidFill>
                  <a:srgbClr val="D0D0D0"/>
                </a:solidFill>
              </a:rPr>
              <a:t>   TF-IDF matrix (all 45k movies).</a:t>
            </a:r>
          </a:p>
          <a:p>
            <a:pPr algn="l">
              <a:spcBef>
                <a:spcPts val="400"/>
              </a:spcBef>
            </a:pPr>
            <a:endParaRPr lang="en-US" sz="19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1900" dirty="0">
                <a:solidFill>
                  <a:srgbClr val="D0D0D0"/>
                </a:solidFill>
              </a:rPr>
              <a:t>2. For the query movie, find k+1</a:t>
            </a:r>
          </a:p>
          <a:p>
            <a:pPr algn="l">
              <a:spcBef>
                <a:spcPts val="400"/>
              </a:spcBef>
            </a:pPr>
            <a:r>
              <a:rPr lang="en-US" sz="1900" dirty="0">
                <a:solidFill>
                  <a:srgbClr val="D0D0D0"/>
                </a:solidFill>
              </a:rPr>
              <a:t>   nearest </a:t>
            </a:r>
            <a:r>
              <a:rPr lang="en-US" sz="1900" dirty="0" err="1">
                <a:solidFill>
                  <a:srgbClr val="D0D0D0"/>
                </a:solidFill>
              </a:rPr>
              <a:t>neighbours</a:t>
            </a:r>
            <a:r>
              <a:rPr lang="en-US" sz="1900" dirty="0">
                <a:solidFill>
                  <a:srgbClr val="D0D0D0"/>
                </a:solidFill>
              </a:rPr>
              <a:t> using cosine</a:t>
            </a:r>
          </a:p>
          <a:p>
            <a:pPr algn="l">
              <a:spcBef>
                <a:spcPts val="400"/>
              </a:spcBef>
            </a:pPr>
            <a:r>
              <a:rPr lang="en-US" sz="1900" dirty="0">
                <a:solidFill>
                  <a:srgbClr val="D0D0D0"/>
                </a:solidFill>
              </a:rPr>
              <a:t>   distance (brute-force).</a:t>
            </a:r>
          </a:p>
          <a:p>
            <a:pPr algn="l">
              <a:spcBef>
                <a:spcPts val="400"/>
              </a:spcBef>
            </a:pPr>
            <a:endParaRPr lang="en-US" sz="19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1900" dirty="0">
                <a:solidFill>
                  <a:srgbClr val="D0D0D0"/>
                </a:solidFill>
              </a:rPr>
              <a:t>3. Exclude the query itself and</a:t>
            </a:r>
          </a:p>
          <a:p>
            <a:pPr algn="l">
              <a:spcBef>
                <a:spcPts val="400"/>
              </a:spcBef>
            </a:pPr>
            <a:r>
              <a:rPr lang="en-US" sz="1900" dirty="0">
                <a:solidFill>
                  <a:srgbClr val="D0D0D0"/>
                </a:solidFill>
              </a:rPr>
              <a:t>   return the top-10 titles.</a:t>
            </a:r>
          </a:p>
          <a:p>
            <a:pPr algn="l">
              <a:spcBef>
                <a:spcPts val="400"/>
              </a:spcBef>
            </a:pPr>
            <a:r>
              <a:rPr lang="en-US" sz="1900" dirty="0">
                <a:solidFill>
                  <a:srgbClr val="D0D0D0"/>
                </a:solidFill>
              </a:rPr>
              <a:t>• </a:t>
            </a:r>
            <a:r>
              <a:rPr lang="en-US" sz="1900" dirty="0" err="1">
                <a:solidFill>
                  <a:srgbClr val="D0D0D0"/>
                </a:solidFill>
              </a:rPr>
              <a:t>sklearn.neighbors.NearestNeighbors</a:t>
            </a:r>
            <a:endParaRPr lang="en-US" sz="1900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1900" dirty="0">
                <a:solidFill>
                  <a:srgbClr val="D0D0D0"/>
                </a:solidFill>
              </a:rPr>
              <a:t>• metric='cosine'</a:t>
            </a:r>
          </a:p>
          <a:p>
            <a:pPr algn="l">
              <a:spcBef>
                <a:spcPts val="400"/>
              </a:spcBef>
            </a:pPr>
            <a:r>
              <a:rPr lang="en-US" sz="1900" dirty="0">
                <a:solidFill>
                  <a:srgbClr val="D0D0D0"/>
                </a:solidFill>
              </a:rPr>
              <a:t>• algorithm='brute'</a:t>
            </a:r>
          </a:p>
          <a:p>
            <a:pPr algn="l">
              <a:spcBef>
                <a:spcPts val="400"/>
              </a:spcBef>
            </a:pPr>
            <a:r>
              <a:rPr lang="en-US" sz="1900" dirty="0">
                <a:solidFill>
                  <a:srgbClr val="D0D0D0"/>
                </a:solidFill>
              </a:rPr>
              <a:t>• </a:t>
            </a:r>
            <a:r>
              <a:rPr lang="en-US" sz="1900" dirty="0" err="1">
                <a:solidFill>
                  <a:srgbClr val="D0D0D0"/>
                </a:solidFill>
              </a:rPr>
              <a:t>n_jobs</a:t>
            </a:r>
            <a:r>
              <a:rPr lang="en-US" sz="1900" dirty="0">
                <a:solidFill>
                  <a:srgbClr val="D0D0D0"/>
                </a:solidFill>
              </a:rPr>
              <a:t>=-1  (all CPU cores)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1234440"/>
            <a:ext cx="320040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529170" y="1280160"/>
            <a:ext cx="302047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100" b="1" i="0" dirty="0">
                <a:solidFill>
                  <a:srgbClr val="E50914"/>
                </a:solidFill>
              </a:rPr>
              <a:t>Key Formula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691640"/>
            <a:ext cx="292608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23560" y="1783080"/>
            <a:ext cx="29260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lang="en-IN" dirty="0">
                <a:solidFill>
                  <a:srgbClr val="D0D0D0"/>
                </a:solidFill>
              </a:rPr>
              <a:t>distance = 1 − </a:t>
            </a:r>
            <a:r>
              <a:rPr lang="en-IN" dirty="0" err="1">
                <a:solidFill>
                  <a:srgbClr val="D0D0D0"/>
                </a:solidFill>
              </a:rPr>
              <a:t>cosine_similarity</a:t>
            </a:r>
            <a:endParaRPr lang="en-IN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endParaRPr lang="en-IN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IN" dirty="0">
                <a:solidFill>
                  <a:srgbClr val="D0D0D0"/>
                </a:solidFill>
              </a:rPr>
              <a:t>k-NN retrieves k movies with</a:t>
            </a:r>
          </a:p>
          <a:p>
            <a:pPr algn="l">
              <a:spcBef>
                <a:spcPts val="400"/>
              </a:spcBef>
            </a:pPr>
            <a:r>
              <a:rPr lang="en-IN" dirty="0">
                <a:solidFill>
                  <a:srgbClr val="D0D0D0"/>
                </a:solidFill>
              </a:rPr>
              <a:t>smallest cosine distance from</a:t>
            </a:r>
          </a:p>
          <a:p>
            <a:pPr algn="l">
              <a:spcBef>
                <a:spcPts val="400"/>
              </a:spcBef>
            </a:pPr>
            <a:r>
              <a:rPr lang="en-IN" dirty="0">
                <a:solidFill>
                  <a:srgbClr val="D0D0D0"/>
                </a:solidFill>
              </a:rPr>
              <a:t>the query vector.</a:t>
            </a:r>
          </a:p>
          <a:p>
            <a:pPr algn="l">
              <a:spcBef>
                <a:spcPts val="400"/>
              </a:spcBef>
            </a:pPr>
            <a:endParaRPr lang="en-IN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IN" dirty="0">
                <a:solidFill>
                  <a:srgbClr val="D0D0D0"/>
                </a:solidFill>
              </a:rPr>
              <a:t>Why brute-force?</a:t>
            </a:r>
          </a:p>
          <a:p>
            <a:pPr algn="l">
              <a:spcBef>
                <a:spcPts val="400"/>
              </a:spcBef>
            </a:pPr>
            <a:r>
              <a:rPr lang="en-IN" dirty="0">
                <a:solidFill>
                  <a:srgbClr val="D0D0D0"/>
                </a:solidFill>
              </a:rPr>
              <a:t>  Sparse high-dim vectors don't benefit from tree-based index.</a:t>
            </a:r>
          </a:p>
          <a:p>
            <a:pPr algn="l">
              <a:spcBef>
                <a:spcPts val="400"/>
              </a:spcBef>
            </a:pPr>
            <a:endParaRPr lang="en-IN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IN" dirty="0">
                <a:solidFill>
                  <a:srgbClr val="D0D0D0"/>
                </a:solidFill>
              </a:rPr>
              <a:t>Output: indices + distances</a:t>
            </a:r>
          </a:p>
          <a:p>
            <a:pPr algn="l">
              <a:spcBef>
                <a:spcPts val="400"/>
              </a:spcBef>
            </a:pPr>
            <a:r>
              <a:rPr lang="en-IN" dirty="0">
                <a:solidFill>
                  <a:srgbClr val="D0D0D0"/>
                </a:solidFill>
              </a:rPr>
              <a:t>sorted ascending by distance.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1234440"/>
            <a:ext cx="306324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15400" y="1280160"/>
            <a:ext cx="29260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100" b="1" i="0" dirty="0">
                <a:solidFill>
                  <a:srgbClr val="E50914"/>
                </a:solidFill>
              </a:rPr>
              <a:t>Sample Output  (Avatar)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283464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1892807"/>
            <a:ext cx="283464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1. Avatar 2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2. The Inhabited Island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3. Thor: Ragnarok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4. </a:t>
            </a:r>
            <a:r>
              <a:rPr dirty="0" err="1">
                <a:solidFill>
                  <a:srgbClr val="D0D0D0"/>
                </a:solidFill>
              </a:rPr>
              <a:t>Moontrap</a:t>
            </a:r>
            <a:r>
              <a:rPr dirty="0">
                <a:solidFill>
                  <a:srgbClr val="D0D0D0"/>
                </a:solidFill>
              </a:rPr>
              <a:t>: Target Earth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5. The Three Musketeers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6. A Trip to the Moon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7. Désiré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8. France société anonyme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9. Nightmare City 2035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10. Stand by Me Doraemon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i="0" dirty="0">
                <a:solidFill>
                  <a:srgbClr val="FFFFFF"/>
                </a:solidFill>
              </a:rPr>
              <a:t>Model 3: Sigmoid Kernel Similarity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04672"/>
            <a:ext cx="114300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" y="1234440"/>
            <a:ext cx="502920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47548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100" b="1" i="0" dirty="0">
                <a:solidFill>
                  <a:srgbClr val="E50914"/>
                </a:solidFill>
              </a:rPr>
              <a:t> How it works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475488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00"/>
          </a:p>
        </p:txBody>
      </p:sp>
      <p:sp>
        <p:nvSpPr>
          <p:cNvPr id="8" name="TextBox 7"/>
          <p:cNvSpPr txBox="1"/>
          <p:nvPr/>
        </p:nvSpPr>
        <p:spPr>
          <a:xfrm>
            <a:off x="365760" y="17830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1. Compute the sigmoid kernel between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 the query movie vector and ALL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 movie vectors.</a:t>
            </a:r>
          </a:p>
          <a:p>
            <a:pPr algn="l">
              <a:spcBef>
                <a:spcPts val="400"/>
              </a:spcBef>
            </a:pP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2. Sort sigmoid scores descending.</a:t>
            </a:r>
          </a:p>
          <a:p>
            <a:pPr algn="l">
              <a:spcBef>
                <a:spcPts val="400"/>
              </a:spcBef>
            </a:pP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3. Return the top-10 results.</a:t>
            </a:r>
          </a:p>
          <a:p>
            <a:pPr algn="l">
              <a:spcBef>
                <a:spcPts val="400"/>
              </a:spcBef>
            </a:pP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• Library  : </a:t>
            </a:r>
            <a:r>
              <a:rPr dirty="0" err="1">
                <a:solidFill>
                  <a:srgbClr val="D0D0D0"/>
                </a:solidFill>
              </a:rPr>
              <a:t>sklearn.metrics.pairwise</a:t>
            </a: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           </a:t>
            </a:r>
            <a:r>
              <a:rPr dirty="0" err="1">
                <a:solidFill>
                  <a:srgbClr val="D0D0D0"/>
                </a:solidFill>
              </a:rPr>
              <a:t>sigmoid_kernel</a:t>
            </a:r>
            <a:r>
              <a:rPr dirty="0">
                <a:solidFill>
                  <a:srgbClr val="D0D0D0"/>
                </a:solidFill>
              </a:rPr>
              <a:t>()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• Inspired by SVM kernel trick —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captures non-linear similarity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relationships between documents.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1234440"/>
            <a:ext cx="320040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23560" y="1280160"/>
            <a:ext cx="29260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 dirty="0">
                <a:solidFill>
                  <a:srgbClr val="E50914"/>
                </a:solidFill>
              </a:rPr>
              <a:t>Key Formula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691640"/>
            <a:ext cx="292608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00"/>
          </a:p>
        </p:txBody>
      </p:sp>
      <p:sp>
        <p:nvSpPr>
          <p:cNvPr id="12" name="TextBox 11"/>
          <p:cNvSpPr txBox="1"/>
          <p:nvPr/>
        </p:nvSpPr>
        <p:spPr>
          <a:xfrm>
            <a:off x="5623560" y="178308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K(x, y) = tanh(γ·xᵀy + c)</a:t>
            </a:r>
          </a:p>
          <a:p>
            <a:pPr algn="l">
              <a:spcBef>
                <a:spcPts val="400"/>
              </a:spcBef>
            </a:pPr>
            <a:endParaRPr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• tanh  →  hyperbolic tangent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• γ     →  kernel coefficient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           (default=1/n_features)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• c     →  intercept (default=1)</a:t>
            </a:r>
          </a:p>
          <a:p>
            <a:pPr algn="l">
              <a:spcBef>
                <a:spcPts val="400"/>
              </a:spcBef>
            </a:pPr>
            <a:endParaRPr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Produces a non-linear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similarity score — can surface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subtler content relationships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missed by cosine similarity.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1234440"/>
            <a:ext cx="306324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15400" y="1280160"/>
            <a:ext cx="29260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 dirty="0">
                <a:solidFill>
                  <a:srgbClr val="E50914"/>
                </a:solidFill>
              </a:rPr>
              <a:t>Sample Output  (Avatar)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693447"/>
            <a:ext cx="283464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1892807"/>
            <a:ext cx="283464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1. Avatar 2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2. The Inhabited Island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3. Thor: Ragnarok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4. </a:t>
            </a:r>
            <a:r>
              <a:rPr dirty="0" err="1">
                <a:solidFill>
                  <a:srgbClr val="D0D0D0"/>
                </a:solidFill>
              </a:rPr>
              <a:t>Moontrap</a:t>
            </a:r>
            <a:r>
              <a:rPr dirty="0">
                <a:solidFill>
                  <a:srgbClr val="D0D0D0"/>
                </a:solidFill>
              </a:rPr>
              <a:t>: Target Earth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5. The Three Musketeers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6. A Trip to the Moon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7. Nightmare City 2035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8. France société anonyme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9. Désiré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10. Stand by Me Doraemon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i="0" dirty="0">
                <a:solidFill>
                  <a:srgbClr val="FFFFFF"/>
                </a:solidFill>
              </a:rPr>
              <a:t>Model 4: K-Means Clustering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04672"/>
            <a:ext cx="114300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" y="1234440"/>
            <a:ext cx="502920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12377" y="1280160"/>
            <a:ext cx="490826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 dirty="0">
                <a:solidFill>
                  <a:srgbClr val="E50914"/>
                </a:solidFill>
              </a:rPr>
              <a:t>How it works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212377" y="1691640"/>
            <a:ext cx="4908263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00"/>
          </a:p>
        </p:txBody>
      </p:sp>
      <p:sp>
        <p:nvSpPr>
          <p:cNvPr id="8" name="TextBox 7"/>
          <p:cNvSpPr txBox="1"/>
          <p:nvPr/>
        </p:nvSpPr>
        <p:spPr>
          <a:xfrm>
            <a:off x="365760" y="1783080"/>
            <a:ext cx="4754880" cy="4637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1. Apply K-Means clustering to the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 TF-IDF matrix to form 20 clusters.</a:t>
            </a:r>
          </a:p>
          <a:p>
            <a:pPr algn="l">
              <a:spcBef>
                <a:spcPts val="400"/>
              </a:spcBef>
            </a:pP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2. Every movie is assigned a </a:t>
            </a:r>
            <a:r>
              <a:rPr dirty="0" err="1">
                <a:solidFill>
                  <a:srgbClr val="D0D0D0"/>
                </a:solidFill>
              </a:rPr>
              <a:t>cluster_id</a:t>
            </a: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 (numeric label 0-19).</a:t>
            </a:r>
          </a:p>
          <a:p>
            <a:pPr algn="l">
              <a:spcBef>
                <a:spcPts val="400"/>
              </a:spcBef>
            </a:pP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3. For the query movie, retrieve its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 </a:t>
            </a:r>
            <a:r>
              <a:rPr dirty="0" err="1">
                <a:solidFill>
                  <a:srgbClr val="D0D0D0"/>
                </a:solidFill>
              </a:rPr>
              <a:t>cluster_id</a:t>
            </a:r>
            <a:r>
              <a:rPr dirty="0">
                <a:solidFill>
                  <a:srgbClr val="D0D0D0"/>
                </a:solidFill>
              </a:rPr>
              <a:t>, then return the first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 10 movies in that same cluster.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• </a:t>
            </a:r>
            <a:r>
              <a:rPr dirty="0" err="1">
                <a:solidFill>
                  <a:srgbClr val="D0D0D0"/>
                </a:solidFill>
              </a:rPr>
              <a:t>sklearn.cluster.KMeans</a:t>
            </a: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• </a:t>
            </a:r>
            <a:r>
              <a:rPr dirty="0" err="1">
                <a:solidFill>
                  <a:srgbClr val="D0D0D0"/>
                </a:solidFill>
              </a:rPr>
              <a:t>n_clusters</a:t>
            </a:r>
            <a:r>
              <a:rPr dirty="0">
                <a:solidFill>
                  <a:srgbClr val="D0D0D0"/>
                </a:solidFill>
              </a:rPr>
              <a:t> = 20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• </a:t>
            </a:r>
            <a:r>
              <a:rPr dirty="0" err="1">
                <a:solidFill>
                  <a:srgbClr val="D0D0D0"/>
                </a:solidFill>
              </a:rPr>
              <a:t>random_state</a:t>
            </a:r>
            <a:r>
              <a:rPr dirty="0">
                <a:solidFill>
                  <a:srgbClr val="D0D0D0"/>
                </a:solidFill>
              </a:rPr>
              <a:t> = 42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• No distance ranking — just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cluster membership.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1234440"/>
            <a:ext cx="320040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529170" y="1280160"/>
            <a:ext cx="302047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 dirty="0">
                <a:solidFill>
                  <a:srgbClr val="E50914"/>
                </a:solidFill>
              </a:rPr>
              <a:t>Key Formula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29170" y="1691640"/>
            <a:ext cx="302047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00"/>
          </a:p>
        </p:txBody>
      </p:sp>
      <p:sp>
        <p:nvSpPr>
          <p:cNvPr id="12" name="TextBox 11"/>
          <p:cNvSpPr txBox="1"/>
          <p:nvPr/>
        </p:nvSpPr>
        <p:spPr>
          <a:xfrm>
            <a:off x="5623560" y="1783080"/>
            <a:ext cx="2926080" cy="420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Minimize  Σ ‖xᵢ − μⱼ‖²</a:t>
            </a:r>
          </a:p>
          <a:p>
            <a:pPr algn="l">
              <a:spcBef>
                <a:spcPts val="400"/>
              </a:spcBef>
            </a:pPr>
            <a:endParaRPr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• xᵢ  →  TF-IDF vector of movie i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• μⱼ  →  centroid of cluster j</a:t>
            </a:r>
          </a:p>
          <a:p>
            <a:pPr algn="l">
              <a:spcBef>
                <a:spcPts val="400"/>
              </a:spcBef>
            </a:pPr>
            <a:endParaRPr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Each doc assigned to nearest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centroid; centroids updated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iteratively until convergence.</a:t>
            </a:r>
          </a:p>
          <a:p>
            <a:pPr algn="l">
              <a:spcBef>
                <a:spcPts val="400"/>
              </a:spcBef>
            </a:pPr>
            <a:endParaRPr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20 clusters ≈ broad genre /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theme groups across 45k movies.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1234440"/>
            <a:ext cx="306324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15400" y="1280160"/>
            <a:ext cx="29260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 dirty="0">
                <a:solidFill>
                  <a:srgbClr val="E50914"/>
                </a:solidFill>
              </a:rPr>
              <a:t>Sample Output  (Avatar)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38260" y="1693626"/>
            <a:ext cx="292608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1892807"/>
            <a:ext cx="2834640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1. Powder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2. The City of Lost Children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3. Twelve Monkeys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4. Lawnmower Man 2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5. Screamers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6. Shopping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7. Congo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8. Johnny Mnemonic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9. Judge Dredd</a:t>
            </a:r>
          </a:p>
          <a:p>
            <a:pPr algn="l">
              <a:spcBef>
                <a:spcPts val="400"/>
              </a:spcBef>
            </a:pPr>
            <a:r>
              <a:rPr>
                <a:solidFill>
                  <a:srgbClr val="D0D0D0"/>
                </a:solidFill>
              </a:rPr>
              <a:t>10. Power Rangers: The Movie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i="0" dirty="0">
                <a:solidFill>
                  <a:srgbClr val="FFFFFF"/>
                </a:solidFill>
              </a:rPr>
              <a:t>Evaluation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04672"/>
            <a:ext cx="114300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43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 dirty="0">
                <a:solidFill>
                  <a:srgbClr val="888888"/>
                </a:solidFill>
              </a:rPr>
              <a:t>How we measure 'relevance' — Multi-Genre Overlap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417320"/>
            <a:ext cx="557784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53035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 i="0" dirty="0">
                <a:solidFill>
                  <a:srgbClr val="E50914"/>
                </a:solidFill>
              </a:rPr>
              <a:t>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530352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300"/>
          </a:p>
        </p:txBody>
      </p:sp>
      <p:sp>
        <p:nvSpPr>
          <p:cNvPr id="9" name="TextBox 8"/>
          <p:cNvSpPr txBox="1"/>
          <p:nvPr/>
        </p:nvSpPr>
        <p:spPr>
          <a:xfrm>
            <a:off x="365760" y="1965960"/>
            <a:ext cx="5303520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Test Movies Used: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1. Avatar          </a:t>
            </a:r>
            <a:r>
              <a:rPr lang="en-US" dirty="0">
                <a:solidFill>
                  <a:srgbClr val="D0D0D0"/>
                </a:solidFill>
              </a:rPr>
              <a:t>		</a:t>
            </a:r>
            <a:r>
              <a:rPr dirty="0">
                <a:solidFill>
                  <a:srgbClr val="D0D0D0"/>
                </a:solidFill>
              </a:rPr>
              <a:t>4. Titanic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2. The Dark Knight  </a:t>
            </a:r>
            <a:r>
              <a:rPr lang="en-US" dirty="0">
                <a:solidFill>
                  <a:srgbClr val="D0D0D0"/>
                </a:solidFill>
              </a:rPr>
              <a:t>	</a:t>
            </a:r>
            <a:r>
              <a:rPr dirty="0">
                <a:solidFill>
                  <a:srgbClr val="D0D0D0"/>
                </a:solidFill>
              </a:rPr>
              <a:t>5. Inception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3. Toy Story</a:t>
            </a:r>
            <a:endParaRPr lang="en-US"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For each test movie: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• Get top-10 recommendations from each model.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• Sample 10 random non-recommended movies.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• Evaluate all 20 movies as a set.</a:t>
            </a:r>
          </a:p>
          <a:p>
            <a:pPr algn="l">
              <a:spcBef>
                <a:spcPts val="400"/>
              </a:spcBef>
            </a:pP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Prediction label (</a:t>
            </a:r>
            <a:r>
              <a:rPr dirty="0" err="1">
                <a:solidFill>
                  <a:srgbClr val="D0D0D0"/>
                </a:solidFill>
              </a:rPr>
              <a:t>y_pred</a:t>
            </a:r>
            <a:r>
              <a:rPr dirty="0">
                <a:solidFill>
                  <a:srgbClr val="D0D0D0"/>
                </a:solidFill>
              </a:rPr>
              <a:t>):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1  if the movie was recommended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0  if it was NOT recommended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417320"/>
            <a:ext cx="589788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72200" y="1463040"/>
            <a:ext cx="566928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 i="0" dirty="0">
                <a:solidFill>
                  <a:srgbClr val="E50914"/>
                </a:solidFill>
              </a:rPr>
              <a:t>Relevance Ground Truth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874519"/>
            <a:ext cx="566928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300"/>
          </a:p>
        </p:txBody>
      </p:sp>
      <p:sp>
        <p:nvSpPr>
          <p:cNvPr id="13" name="TextBox 12"/>
          <p:cNvSpPr txBox="1"/>
          <p:nvPr/>
        </p:nvSpPr>
        <p:spPr>
          <a:xfrm>
            <a:off x="6172200" y="1965960"/>
            <a:ext cx="5669280" cy="3980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Ground Truth (</a:t>
            </a:r>
            <a:r>
              <a:rPr dirty="0" err="1">
                <a:solidFill>
                  <a:srgbClr val="D0D0D0"/>
                </a:solidFill>
              </a:rPr>
              <a:t>y_true</a:t>
            </a:r>
            <a:r>
              <a:rPr dirty="0">
                <a:solidFill>
                  <a:srgbClr val="D0D0D0"/>
                </a:solidFill>
              </a:rPr>
              <a:t>) — Genre Overlap:</a:t>
            </a:r>
          </a:p>
          <a:p>
            <a:pPr algn="l">
              <a:spcBef>
                <a:spcPts val="400"/>
              </a:spcBef>
            </a:pP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• Extract genres of the input movie</a:t>
            </a:r>
            <a:r>
              <a:rPr lang="en-US" dirty="0">
                <a:solidFill>
                  <a:srgbClr val="D0D0D0"/>
                </a:solidFill>
              </a:rPr>
              <a:t> </a:t>
            </a:r>
            <a:r>
              <a:rPr dirty="0">
                <a:solidFill>
                  <a:srgbClr val="D0D0D0"/>
                </a:solidFill>
              </a:rPr>
              <a:t>as </a:t>
            </a:r>
            <a:r>
              <a:rPr>
                <a:solidFill>
                  <a:srgbClr val="D0D0D0"/>
                </a:solidFill>
              </a:rPr>
              <a:t>a set</a:t>
            </a:r>
            <a:r>
              <a:rPr dirty="0">
                <a:solidFill>
                  <a:srgbClr val="D0D0D0"/>
                </a:solidFill>
              </a:rPr>
              <a:t>.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  e.g., Avatar → {'Action', 'Adventure',</a:t>
            </a:r>
            <a:r>
              <a:rPr lang="en-US" dirty="0">
                <a:solidFill>
                  <a:srgbClr val="D0D0D0"/>
                </a:solidFill>
              </a:rPr>
              <a:t> </a:t>
            </a:r>
            <a:r>
              <a:rPr dirty="0">
                <a:solidFill>
                  <a:srgbClr val="D0D0D0"/>
                </a:solidFill>
              </a:rPr>
              <a:t>'Science Fiction'}</a:t>
            </a:r>
          </a:p>
          <a:p>
            <a:pPr algn="l">
              <a:spcBef>
                <a:spcPts val="400"/>
              </a:spcBef>
            </a:pP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• For each candidate movie extract</a:t>
            </a:r>
            <a:r>
              <a:rPr lang="en-US" dirty="0">
                <a:solidFill>
                  <a:srgbClr val="D0D0D0"/>
                </a:solidFill>
              </a:rPr>
              <a:t> </a:t>
            </a:r>
            <a:r>
              <a:rPr dirty="0">
                <a:solidFill>
                  <a:srgbClr val="D0D0D0"/>
                </a:solidFill>
              </a:rPr>
              <a:t>its genres as a set.</a:t>
            </a:r>
          </a:p>
          <a:p>
            <a:pPr algn="l">
              <a:spcBef>
                <a:spcPts val="400"/>
              </a:spcBef>
            </a:pP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• </a:t>
            </a:r>
            <a:r>
              <a:rPr dirty="0" err="1">
                <a:solidFill>
                  <a:srgbClr val="D0D0D0"/>
                </a:solidFill>
              </a:rPr>
              <a:t>y_true</a:t>
            </a:r>
            <a:r>
              <a:rPr dirty="0">
                <a:solidFill>
                  <a:srgbClr val="D0D0D0"/>
                </a:solidFill>
              </a:rPr>
              <a:t> = 1  if  intersection ≠ ∅</a:t>
            </a:r>
            <a:r>
              <a:rPr lang="en-US" dirty="0">
                <a:solidFill>
                  <a:srgbClr val="D0D0D0"/>
                </a:solidFill>
              </a:rPr>
              <a:t> </a:t>
            </a:r>
            <a:r>
              <a:rPr dirty="0">
                <a:solidFill>
                  <a:srgbClr val="D0D0D0"/>
                </a:solidFill>
              </a:rPr>
              <a:t>(at least one shared genre)</a:t>
            </a:r>
          </a:p>
          <a:p>
            <a:pPr algn="l">
              <a:spcBef>
                <a:spcPts val="400"/>
              </a:spcBef>
            </a:pP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• </a:t>
            </a:r>
            <a:r>
              <a:rPr dirty="0" err="1">
                <a:solidFill>
                  <a:srgbClr val="D0D0D0"/>
                </a:solidFill>
              </a:rPr>
              <a:t>y_true</a:t>
            </a:r>
            <a:r>
              <a:rPr dirty="0">
                <a:solidFill>
                  <a:srgbClr val="D0D0D0"/>
                </a:solidFill>
              </a:rPr>
              <a:t> = 0  otherwise</a:t>
            </a:r>
          </a:p>
          <a:p>
            <a:pPr algn="l">
              <a:spcBef>
                <a:spcPts val="400"/>
              </a:spcBef>
            </a:pPr>
            <a:endParaRPr dirty="0">
              <a:solidFill>
                <a:srgbClr val="D0D0D0"/>
              </a:solidFill>
            </a:endParaRP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D0D0D0"/>
                </a:solidFill>
              </a:rPr>
              <a:t>✔ Fairer than primary-genre-only match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i="0" dirty="0">
                <a:solidFill>
                  <a:srgbClr val="FFFFFF"/>
                </a:solidFill>
              </a:rPr>
              <a:t>Confusion Matrices  —  All 4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04672"/>
            <a:ext cx="114300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888888"/>
                </a:solidFill>
              </a:rPr>
              <a:t>Evaluated over 5 test movies  ×  20 candidate movies each</a:t>
            </a:r>
          </a:p>
        </p:txBody>
      </p:sp>
      <p:pic>
        <p:nvPicPr>
          <p:cNvPr id="6" name="Picture 5" descr="confusion_matrices_all_models.png"/>
          <p:cNvPicPr>
            <a:picLocks noChangeAspect="1"/>
          </p:cNvPicPr>
          <p:nvPr/>
        </p:nvPicPr>
        <p:blipFill>
          <a:blip r:embed="rId2"/>
          <a:srcRect t="6202"/>
          <a:stretch>
            <a:fillRect/>
          </a:stretch>
        </p:blipFill>
        <p:spPr>
          <a:xfrm>
            <a:off x="1346906" y="1307398"/>
            <a:ext cx="9495012" cy="52305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i="0" dirty="0">
                <a:solidFill>
                  <a:srgbClr val="FFFFFF"/>
                </a:solidFill>
              </a:rPr>
              <a:t>Model Comparison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04672"/>
            <a:ext cx="114300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888888"/>
                </a:solidFill>
              </a:rPr>
              <a:t>F1-Score &amp; Accuracy </a:t>
            </a:r>
            <a:r>
              <a:rPr sz="2000" b="0" i="0" dirty="0" err="1">
                <a:solidFill>
                  <a:srgbClr val="888888"/>
                </a:solidFill>
              </a:rPr>
              <a:t>visualised</a:t>
            </a:r>
            <a:r>
              <a:rPr sz="2000" b="0" i="0" dirty="0">
                <a:solidFill>
                  <a:srgbClr val="888888"/>
                </a:solidFill>
              </a:rPr>
              <a:t> across all four models</a:t>
            </a:r>
          </a:p>
        </p:txBody>
      </p:sp>
      <p:pic>
        <p:nvPicPr>
          <p:cNvPr id="6" name="Picture 5" descr="model_comparis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38712"/>
            <a:ext cx="91440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14300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i="0" dirty="0">
                <a:solidFill>
                  <a:srgbClr val="FFFFFF"/>
                </a:solidFill>
              </a:rPr>
              <a:t>Final Results  —  Model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04672"/>
            <a:ext cx="114300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43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 dirty="0">
                <a:solidFill>
                  <a:srgbClr val="888888"/>
                </a:solidFill>
              </a:rPr>
              <a:t>Accuracy · Precision · Recall · F1-Score across all 4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11430000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7" name="TextBox 6"/>
          <p:cNvSpPr txBox="1"/>
          <p:nvPr/>
        </p:nvSpPr>
        <p:spPr>
          <a:xfrm>
            <a:off x="274320" y="1417320"/>
            <a:ext cx="3200400" cy="338554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417320"/>
            <a:ext cx="1828800" cy="338554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17320"/>
            <a:ext cx="1828800" cy="338554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417320"/>
            <a:ext cx="1828800" cy="338554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417320"/>
            <a:ext cx="2011680" cy="338554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F1-Score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92808"/>
            <a:ext cx="11430000" cy="475488"/>
          </a:xfrm>
          <a:prstGeom prst="rect">
            <a:avLst/>
          </a:prstGeom>
          <a:solidFill>
            <a:srgbClr val="223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3" name="TextBox 12"/>
          <p:cNvSpPr txBox="1"/>
          <p:nvPr/>
        </p:nvSpPr>
        <p:spPr>
          <a:xfrm>
            <a:off x="274320" y="1892808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FFFFFF"/>
                </a:solidFill>
              </a:rPr>
              <a:t>Cosine Similarity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892808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70.0 %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1892808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90.0 %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1892808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64.29 %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1892808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FFFFFF"/>
                </a:solidFill>
              </a:rPr>
              <a:t>75.00 %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368296"/>
            <a:ext cx="11430000" cy="475488"/>
          </a:xfrm>
          <a:prstGeom prst="rect">
            <a:avLst/>
          </a:prstGeom>
          <a:solidFill>
            <a:srgbClr val="223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9" name="TextBox 18"/>
          <p:cNvSpPr txBox="1"/>
          <p:nvPr/>
        </p:nvSpPr>
        <p:spPr>
          <a:xfrm>
            <a:off x="274320" y="2368296"/>
            <a:ext cx="3200400" cy="338554"/>
          </a:xfrm>
          <a:prstGeom prst="rect">
            <a:avLst/>
          </a:prstGeom>
          <a:solidFill>
            <a:srgbClr val="223052"/>
          </a:solidFill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KNN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368296"/>
            <a:ext cx="1828800" cy="338554"/>
          </a:xfrm>
          <a:prstGeom prst="rect">
            <a:avLst/>
          </a:prstGeom>
          <a:solidFill>
            <a:srgbClr val="223052"/>
          </a:solidFill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70.0 %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368296"/>
            <a:ext cx="1828800" cy="338554"/>
          </a:xfrm>
          <a:prstGeom prst="rect">
            <a:avLst/>
          </a:prstGeom>
          <a:solidFill>
            <a:srgbClr val="223052"/>
          </a:solidFill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90.0 %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2368296"/>
            <a:ext cx="1828800" cy="338554"/>
          </a:xfrm>
          <a:prstGeom prst="rect">
            <a:avLst/>
          </a:prstGeom>
          <a:solidFill>
            <a:srgbClr val="223052"/>
          </a:solidFill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64.29 %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843784"/>
            <a:ext cx="11430000" cy="475488"/>
          </a:xfrm>
          <a:prstGeom prst="rect">
            <a:avLst/>
          </a:prstGeom>
          <a:solidFill>
            <a:srgbClr val="223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5" name="TextBox 24"/>
          <p:cNvSpPr txBox="1"/>
          <p:nvPr/>
        </p:nvSpPr>
        <p:spPr>
          <a:xfrm>
            <a:off x="274320" y="2843784"/>
            <a:ext cx="3200400" cy="338554"/>
          </a:xfrm>
          <a:prstGeom prst="rect">
            <a:avLst/>
          </a:prstGeom>
          <a:solidFill>
            <a:srgbClr val="223052"/>
          </a:solidFill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Sigmoid Kernel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2843784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70.0 %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2843784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90.0 %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2843784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64.29 %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2843784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FFFFFF"/>
                </a:solidFill>
              </a:rPr>
              <a:t>75.00 %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319272"/>
            <a:ext cx="11430000" cy="475488"/>
          </a:xfrm>
          <a:prstGeom prst="rect">
            <a:avLst/>
          </a:prstGeom>
          <a:solidFill>
            <a:srgbClr val="223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31" name="TextBox 30"/>
          <p:cNvSpPr txBox="1"/>
          <p:nvPr/>
        </p:nvSpPr>
        <p:spPr>
          <a:xfrm>
            <a:off x="274320" y="3319272"/>
            <a:ext cx="3200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DDDD"/>
                </a:solidFill>
              </a:rPr>
              <a:t>K-Means Clustering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3319272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DDDD"/>
                </a:solidFill>
              </a:rPr>
              <a:t>72.0 %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3319272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DDDD"/>
                </a:solidFill>
              </a:rPr>
              <a:t>90.0 %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3319272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DDDD"/>
                </a:solidFill>
              </a:rPr>
              <a:t>66.18 %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3319272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DDDD"/>
                </a:solidFill>
              </a:rPr>
              <a:t>76.27 %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296795"/>
            <a:ext cx="1143000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4393920"/>
            <a:ext cx="11064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Best Model by F1-Score:  K-Means Clustering  (F1 = 76.27%)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166360"/>
            <a:ext cx="1133856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dirty="0">
                <a:solidFill>
                  <a:srgbClr val="888888"/>
                </a:solidFill>
              </a:rPr>
              <a:t>★  Cosine, KNN and Sigmoid produce identical results — all are distance-based on the same TF-IDF matrix.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888888"/>
                </a:solidFill>
              </a:rPr>
              <a:t>★  K-Means slightly outperforms because cluster-level grouping captures broader thematic similarity.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888888"/>
                </a:solidFill>
              </a:rPr>
              <a:t>★  Precision is uniformly high (90 %) — models rarely recommend truly irrelevant movies.</a:t>
            </a:r>
          </a:p>
          <a:p>
            <a:pPr algn="l">
              <a:spcBef>
                <a:spcPts val="400"/>
              </a:spcBef>
            </a:pPr>
            <a:r>
              <a:rPr dirty="0">
                <a:solidFill>
                  <a:srgbClr val="888888"/>
                </a:solidFill>
              </a:rPr>
              <a:t>★  Recall gap (64 % vs 66 %) is small; all models miss some genre-matching movies not in top-10.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5B7902-AF49-EE44-5D8F-34E606C2BCF5}"/>
              </a:ext>
            </a:extLst>
          </p:cNvPr>
          <p:cNvSpPr txBox="1"/>
          <p:nvPr/>
        </p:nvSpPr>
        <p:spPr>
          <a:xfrm>
            <a:off x="9692640" y="2368296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FFFFFF"/>
                </a:solidFill>
              </a:rPr>
              <a:t>75.00 %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73730"/>
            <a:ext cx="114300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500" b="1" i="0" dirty="0">
                <a:solidFill>
                  <a:srgbClr val="FFFFFF"/>
                </a:solidFill>
              </a:rPr>
              <a:t>Conclusion &amp; 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394960" cy="2103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5488" y="1371600"/>
            <a:ext cx="517550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E50914"/>
                </a:solidFill>
              </a:rPr>
              <a:t>TF-IDF + Content-Based Filtering works well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810512"/>
            <a:ext cx="5175504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1901952"/>
            <a:ext cx="51755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D0D0D0"/>
                </a:solidFill>
              </a:rPr>
              <a:t>Combining overview, genres and tagline into a unified 'tags' field</a:t>
            </a:r>
            <a:r>
              <a:rPr lang="en-US" b="0" i="0" dirty="0">
                <a:solidFill>
                  <a:srgbClr val="D0D0D0"/>
                </a:solidFill>
              </a:rPr>
              <a:t> </a:t>
            </a:r>
            <a:r>
              <a:rPr b="0" i="0" dirty="0">
                <a:solidFill>
                  <a:srgbClr val="D0D0D0"/>
                </a:solidFill>
              </a:rPr>
              <a:t>and vectorizing with TF-IDF creates a rich, informative representation.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280160"/>
            <a:ext cx="5394960" cy="2103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73368" y="1371600"/>
            <a:ext cx="517550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E50914"/>
                </a:solidFill>
              </a:rPr>
              <a:t>All distance-based models perform equally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1810512"/>
            <a:ext cx="5175504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73368" y="1901952"/>
            <a:ext cx="51755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D0D0D0"/>
                </a:solidFill>
              </a:rPr>
              <a:t>Cosine, KNN and Sigmoid share the same TF-IDF space and produce</a:t>
            </a:r>
            <a:r>
              <a:rPr lang="en-US" b="0" i="0" dirty="0">
                <a:solidFill>
                  <a:srgbClr val="D0D0D0"/>
                </a:solidFill>
              </a:rPr>
              <a:t> </a:t>
            </a:r>
            <a:r>
              <a:rPr b="0" i="0" dirty="0">
                <a:solidFill>
                  <a:srgbClr val="D0D0D0"/>
                </a:solidFill>
              </a:rPr>
              <a:t>identical top-10 results — they differ only in computation style.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611879"/>
            <a:ext cx="5394960" cy="2103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488" y="3703319"/>
            <a:ext cx="517550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000" b="1" i="0" dirty="0">
                <a:solidFill>
                  <a:srgbClr val="E50914"/>
                </a:solidFill>
              </a:rPr>
              <a:t>K-Means adds cluster-level diversity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4142231"/>
            <a:ext cx="5175504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" y="4233671"/>
            <a:ext cx="51755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D0D0D0"/>
                </a:solidFill>
              </a:rPr>
              <a:t>Slightly higher F1 (76.27 %) because it considers global structure</a:t>
            </a:r>
            <a:r>
              <a:rPr lang="en-US" b="0" i="0" dirty="0">
                <a:solidFill>
                  <a:srgbClr val="D0D0D0"/>
                </a:solidFill>
              </a:rPr>
              <a:t> </a:t>
            </a:r>
            <a:r>
              <a:rPr b="0" i="0" dirty="0">
                <a:solidFill>
                  <a:srgbClr val="D0D0D0"/>
                </a:solidFill>
              </a:rPr>
              <a:t>over the entire corpus, not just pairwise distances.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611879"/>
            <a:ext cx="5394960" cy="21031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3368" y="3703319"/>
            <a:ext cx="517550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E50914"/>
                </a:solidFill>
              </a:rPr>
              <a:t>Genre Overlap is a better evaluation criterion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142231"/>
            <a:ext cx="5175504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73368" y="4233671"/>
            <a:ext cx="51755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D0D0D0"/>
                </a:solidFill>
              </a:rPr>
              <a:t>Multi-genre intersection (vs. primary-genre exact-match) gives</a:t>
            </a:r>
            <a:r>
              <a:rPr lang="en-US" b="0" i="0" dirty="0">
                <a:solidFill>
                  <a:srgbClr val="D0D0D0"/>
                </a:solidFill>
              </a:rPr>
              <a:t> </a:t>
            </a:r>
            <a:r>
              <a:rPr b="0" i="0" dirty="0">
                <a:solidFill>
                  <a:srgbClr val="D0D0D0"/>
                </a:solidFill>
              </a:rPr>
              <a:t>a fairer, more robust picture of recommendation quality.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C0B316-99A9-0C1D-74E7-67A7F5B99BDA}"/>
              </a:ext>
            </a:extLst>
          </p:cNvPr>
          <p:cNvSpPr/>
          <p:nvPr/>
        </p:nvSpPr>
        <p:spPr>
          <a:xfrm>
            <a:off x="274320" y="804672"/>
            <a:ext cx="11430000" cy="25400"/>
          </a:xfrm>
          <a:prstGeom prst="rect">
            <a:avLst/>
          </a:prstGeom>
          <a:solidFill>
            <a:srgbClr val="E5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1691</Words>
  <Application>Microsoft Office PowerPoint</Application>
  <PresentationFormat>Custom</PresentationFormat>
  <Paragraphs>319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Udit Yadav</cp:lastModifiedBy>
  <cp:revision>1</cp:revision>
  <dcterms:created xsi:type="dcterms:W3CDTF">2013-01-27T09:14:16Z</dcterms:created>
  <dcterms:modified xsi:type="dcterms:W3CDTF">2026-04-10T04:34:26Z</dcterms:modified>
  <cp:category/>
</cp:coreProperties>
</file>